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</p:sldMasterIdLst>
  <p:notesMasterIdLst>
    <p:notesMasterId r:id="rId8"/>
  </p:notesMasterIdLst>
  <p:sldIdLst>
    <p:sldId id="256" r:id="rId2"/>
    <p:sldId id="258" r:id="rId3"/>
    <p:sldId id="259" r:id="rId4"/>
    <p:sldId id="262" r:id="rId5"/>
    <p:sldId id="334" r:id="rId6"/>
    <p:sldId id="276" r:id="rId7"/>
  </p:sldIdLst>
  <p:sldSz cx="9144000" cy="5143500" type="screen16x9"/>
  <p:notesSz cx="6858000" cy="9144000"/>
  <p:embeddedFontLst>
    <p:embeddedFont>
      <p:font typeface="Advent Pro Medium" panose="020B0604020202020204" charset="0"/>
      <p:regular r:id="rId9"/>
      <p:bold r:id="rId10"/>
      <p:italic r:id="rId11"/>
      <p:boldItalic r:id="rId12"/>
    </p:embeddedFont>
    <p:embeddedFont>
      <p:font typeface="Orbitron ExtraBold" panose="020B0604020202020204" charset="0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B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38C107-8B15-4701-8617-E7A088B40B5C}">
  <a:tblStyle styleId="{9938C107-8B15-4701-8617-E7A088B40B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02" autoAdjust="0"/>
  </p:normalViewPr>
  <p:slideViewPr>
    <p:cSldViewPr snapToGrid="0">
      <p:cViewPr varScale="1">
        <p:scale>
          <a:sx n="99" d="100"/>
          <a:sy n="99" d="100"/>
        </p:scale>
        <p:origin x="9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0" name="Google Shape;100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1" name="Google Shape;100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" name="Google Shape;1013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8" name="Google Shape;1013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2" name="Google Shape;10162;gab35b81d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3" name="Google Shape;10163;gab35b81d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7" name="Google Shape;10307;ga2b3d69dc3_2_14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8" name="Google Shape;10308;ga2b3d69dc3_2_14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7" name="Google Shape;10307;ga2b3d69dc3_2_14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8" name="Google Shape;10308;ga2b3d69dc3_2_14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0212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5" name="Google Shape;11345;gab35b81d5b_0_25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6" name="Google Shape;11346;gab35b81d5b_0_25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ITLE_AND_BODY_1_2">
    <p:bg>
      <p:bgPr>
        <a:solidFill>
          <a:schemeClr val="accent6"/>
        </a:solidFill>
        <a:effectLst/>
      </p:bgPr>
    </p:bg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1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2" name="Google Shape;2282;p14"/>
          <p:cNvSpPr txBox="1">
            <a:spLocks noGrp="1"/>
          </p:cNvSpPr>
          <p:nvPr>
            <p:ph type="title" idx="2"/>
          </p:nvPr>
        </p:nvSpPr>
        <p:spPr>
          <a:xfrm>
            <a:off x="909272" y="1321325"/>
            <a:ext cx="2489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3" name="Google Shape;2283;p14"/>
          <p:cNvSpPr txBox="1">
            <a:spLocks noGrp="1"/>
          </p:cNvSpPr>
          <p:nvPr>
            <p:ph type="subTitle" idx="1"/>
          </p:nvPr>
        </p:nvSpPr>
        <p:spPr>
          <a:xfrm>
            <a:off x="847850" y="1581127"/>
            <a:ext cx="2551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84" name="Google Shape;2284;p14"/>
          <p:cNvSpPr txBox="1">
            <a:spLocks noGrp="1"/>
          </p:cNvSpPr>
          <p:nvPr>
            <p:ph type="title" idx="3"/>
          </p:nvPr>
        </p:nvSpPr>
        <p:spPr>
          <a:xfrm>
            <a:off x="847850" y="2492902"/>
            <a:ext cx="2489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5" name="Google Shape;2285;p14"/>
          <p:cNvSpPr txBox="1">
            <a:spLocks noGrp="1"/>
          </p:cNvSpPr>
          <p:nvPr>
            <p:ph type="subTitle" idx="4"/>
          </p:nvPr>
        </p:nvSpPr>
        <p:spPr>
          <a:xfrm>
            <a:off x="771650" y="2752708"/>
            <a:ext cx="2551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86" name="Google Shape;2286;p14"/>
          <p:cNvSpPr txBox="1">
            <a:spLocks noGrp="1"/>
          </p:cNvSpPr>
          <p:nvPr>
            <p:ph type="title" idx="5"/>
          </p:nvPr>
        </p:nvSpPr>
        <p:spPr>
          <a:xfrm>
            <a:off x="847850" y="3665160"/>
            <a:ext cx="2489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7" name="Google Shape;2287;p14"/>
          <p:cNvSpPr txBox="1">
            <a:spLocks noGrp="1"/>
          </p:cNvSpPr>
          <p:nvPr>
            <p:ph type="subTitle" idx="6"/>
          </p:nvPr>
        </p:nvSpPr>
        <p:spPr>
          <a:xfrm>
            <a:off x="771650" y="3925720"/>
            <a:ext cx="25512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88" name="Google Shape;2288;p14"/>
          <p:cNvSpPr txBox="1">
            <a:spLocks noGrp="1"/>
          </p:cNvSpPr>
          <p:nvPr>
            <p:ph type="title" idx="7"/>
          </p:nvPr>
        </p:nvSpPr>
        <p:spPr>
          <a:xfrm>
            <a:off x="5821150" y="1321325"/>
            <a:ext cx="25512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9" name="Google Shape;2289;p14"/>
          <p:cNvSpPr txBox="1">
            <a:spLocks noGrp="1"/>
          </p:cNvSpPr>
          <p:nvPr>
            <p:ph type="subTitle" idx="8"/>
          </p:nvPr>
        </p:nvSpPr>
        <p:spPr>
          <a:xfrm>
            <a:off x="5821150" y="1581127"/>
            <a:ext cx="2551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90" name="Google Shape;2290;p14"/>
          <p:cNvSpPr txBox="1">
            <a:spLocks noGrp="1"/>
          </p:cNvSpPr>
          <p:nvPr>
            <p:ph type="title" idx="9"/>
          </p:nvPr>
        </p:nvSpPr>
        <p:spPr>
          <a:xfrm>
            <a:off x="5821150" y="2492902"/>
            <a:ext cx="25512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91" name="Google Shape;2291;p14"/>
          <p:cNvSpPr txBox="1">
            <a:spLocks noGrp="1"/>
          </p:cNvSpPr>
          <p:nvPr>
            <p:ph type="subTitle" idx="13"/>
          </p:nvPr>
        </p:nvSpPr>
        <p:spPr>
          <a:xfrm>
            <a:off x="5821150" y="2752708"/>
            <a:ext cx="2551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92" name="Google Shape;2292;p14"/>
          <p:cNvSpPr txBox="1">
            <a:spLocks noGrp="1"/>
          </p:cNvSpPr>
          <p:nvPr>
            <p:ph type="title" idx="14"/>
          </p:nvPr>
        </p:nvSpPr>
        <p:spPr>
          <a:xfrm>
            <a:off x="5821150" y="3665160"/>
            <a:ext cx="25512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93" name="Google Shape;2293;p14"/>
          <p:cNvSpPr txBox="1">
            <a:spLocks noGrp="1"/>
          </p:cNvSpPr>
          <p:nvPr>
            <p:ph type="subTitle" idx="15"/>
          </p:nvPr>
        </p:nvSpPr>
        <p:spPr>
          <a:xfrm>
            <a:off x="5821150" y="3924970"/>
            <a:ext cx="2551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94" name="Google Shape;2294;p14"/>
          <p:cNvSpPr txBox="1">
            <a:spLocks noGrp="1"/>
          </p:cNvSpPr>
          <p:nvPr>
            <p:ph type="title" idx="16" hasCustomPrompt="1"/>
          </p:nvPr>
        </p:nvSpPr>
        <p:spPr>
          <a:xfrm>
            <a:off x="3533975" y="1433225"/>
            <a:ext cx="675300" cy="675300"/>
          </a:xfrm>
          <a:prstGeom prst="rect">
            <a:avLst/>
          </a:prstGeom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r>
              <a:t>xx%</a:t>
            </a:r>
          </a:p>
        </p:txBody>
      </p:sp>
      <p:sp>
        <p:nvSpPr>
          <p:cNvPr id="2295" name="Google Shape;2295;p14"/>
          <p:cNvSpPr txBox="1">
            <a:spLocks noGrp="1"/>
          </p:cNvSpPr>
          <p:nvPr>
            <p:ph type="title" idx="17" hasCustomPrompt="1"/>
          </p:nvPr>
        </p:nvSpPr>
        <p:spPr>
          <a:xfrm>
            <a:off x="3533975" y="2594727"/>
            <a:ext cx="675300" cy="675300"/>
          </a:xfrm>
          <a:prstGeom prst="rect">
            <a:avLst/>
          </a:prstGeom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r>
              <a:t>xx%</a:t>
            </a:r>
          </a:p>
        </p:txBody>
      </p:sp>
      <p:sp>
        <p:nvSpPr>
          <p:cNvPr id="2296" name="Google Shape;2296;p14"/>
          <p:cNvSpPr txBox="1">
            <a:spLocks noGrp="1"/>
          </p:cNvSpPr>
          <p:nvPr>
            <p:ph type="title" idx="18" hasCustomPrompt="1"/>
          </p:nvPr>
        </p:nvSpPr>
        <p:spPr>
          <a:xfrm>
            <a:off x="3533975" y="3772298"/>
            <a:ext cx="675300" cy="675300"/>
          </a:xfrm>
          <a:prstGeom prst="rect">
            <a:avLst/>
          </a:prstGeom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r>
              <a:t>xx%</a:t>
            </a:r>
          </a:p>
        </p:txBody>
      </p:sp>
      <p:sp>
        <p:nvSpPr>
          <p:cNvPr id="2297" name="Google Shape;2297;p14"/>
          <p:cNvSpPr txBox="1">
            <a:spLocks noGrp="1"/>
          </p:cNvSpPr>
          <p:nvPr>
            <p:ph type="title" idx="19" hasCustomPrompt="1"/>
          </p:nvPr>
        </p:nvSpPr>
        <p:spPr>
          <a:xfrm>
            <a:off x="5011721" y="1433225"/>
            <a:ext cx="675300" cy="675300"/>
          </a:xfrm>
          <a:prstGeom prst="rect">
            <a:avLst/>
          </a:prstGeom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r>
              <a:t>xx%</a:t>
            </a:r>
          </a:p>
        </p:txBody>
      </p:sp>
      <p:sp>
        <p:nvSpPr>
          <p:cNvPr id="2298" name="Google Shape;2298;p14"/>
          <p:cNvSpPr txBox="1">
            <a:spLocks noGrp="1"/>
          </p:cNvSpPr>
          <p:nvPr>
            <p:ph type="title" idx="20" hasCustomPrompt="1"/>
          </p:nvPr>
        </p:nvSpPr>
        <p:spPr>
          <a:xfrm>
            <a:off x="5011721" y="2594727"/>
            <a:ext cx="675300" cy="675300"/>
          </a:xfrm>
          <a:prstGeom prst="rect">
            <a:avLst/>
          </a:prstGeom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r>
              <a:t>xx%</a:t>
            </a:r>
          </a:p>
        </p:txBody>
      </p:sp>
      <p:sp>
        <p:nvSpPr>
          <p:cNvPr id="2299" name="Google Shape;2299;p14"/>
          <p:cNvSpPr txBox="1">
            <a:spLocks noGrp="1"/>
          </p:cNvSpPr>
          <p:nvPr>
            <p:ph type="title" idx="21" hasCustomPrompt="1"/>
          </p:nvPr>
        </p:nvSpPr>
        <p:spPr>
          <a:xfrm>
            <a:off x="5011721" y="3772298"/>
            <a:ext cx="675300" cy="675300"/>
          </a:xfrm>
          <a:prstGeom prst="rect">
            <a:avLst/>
          </a:prstGeom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r>
              <a:t>xx%</a:t>
            </a:r>
          </a:p>
        </p:txBody>
      </p:sp>
      <p:grpSp>
        <p:nvGrpSpPr>
          <p:cNvPr id="2300" name="Google Shape;2300;p14"/>
          <p:cNvGrpSpPr/>
          <p:nvPr/>
        </p:nvGrpSpPr>
        <p:grpSpPr>
          <a:xfrm>
            <a:off x="-1055437" y="2942503"/>
            <a:ext cx="1443946" cy="721968"/>
            <a:chOff x="311697" y="-12"/>
            <a:chExt cx="4437449" cy="2218709"/>
          </a:xfrm>
        </p:grpSpPr>
        <p:sp>
          <p:nvSpPr>
            <p:cNvPr id="2301" name="Google Shape;2301;p14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14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14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4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4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4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14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14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4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4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4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14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14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14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14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14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14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14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14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14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14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14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14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14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14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14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14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14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4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4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4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4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4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4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4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4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4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4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4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4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4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4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4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4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4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4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4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4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4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4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4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4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4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4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4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4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4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4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4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4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4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4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4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4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4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4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4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4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4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4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4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4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4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4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4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4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4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4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4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4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4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4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4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4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4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4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4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4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4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4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4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4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4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4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4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4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4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4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4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4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4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4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4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4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4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4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4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4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4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4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4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4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4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4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4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4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4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4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4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4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4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4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4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4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4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4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4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4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4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4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4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4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4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4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4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4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4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4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4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4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4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4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4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4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4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4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4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4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4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4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4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4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4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4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4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4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4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4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4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4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4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4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4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4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4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4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4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4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4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4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4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4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4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4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4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4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4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4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4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4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4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4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4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4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4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4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4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4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4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4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4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4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4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4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4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4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4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4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4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4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4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4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4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4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4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4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4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4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4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4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4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4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4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4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4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4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4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4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4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4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4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4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4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4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4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4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4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4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4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4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4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4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4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4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4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4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4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4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4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4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4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4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4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4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4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4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4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4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4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4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4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4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4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4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4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4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4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4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4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4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4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4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4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4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4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4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4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4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4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4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4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4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4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4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4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4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4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4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4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4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4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4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4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4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4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4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4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4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4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4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4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4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4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4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4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4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4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4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4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4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4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4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4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4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4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4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4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4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4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4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4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4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4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4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4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4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4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4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4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4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4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4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4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4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4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4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4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4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4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0" name="Google Shape;2630;p14"/>
          <p:cNvGrpSpPr/>
          <p:nvPr/>
        </p:nvGrpSpPr>
        <p:grpSpPr>
          <a:xfrm>
            <a:off x="8293513" y="935378"/>
            <a:ext cx="1443946" cy="721968"/>
            <a:chOff x="311697" y="-12"/>
            <a:chExt cx="4437449" cy="2218709"/>
          </a:xfrm>
        </p:grpSpPr>
        <p:sp>
          <p:nvSpPr>
            <p:cNvPr id="2631" name="Google Shape;2631;p14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4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4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4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4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4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4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4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4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4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4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4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4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4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4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4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4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4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4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4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4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4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4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4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4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4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4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4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4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4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4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4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4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4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4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4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4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4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4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4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4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4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4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4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4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4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4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4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4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4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4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4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4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4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4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4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4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4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4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4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4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4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4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4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4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4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4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4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4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4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4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4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4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4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4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4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4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4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4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4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4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4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4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4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4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4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4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4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4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4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4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4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4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4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4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4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4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4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4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4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4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4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4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4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4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4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4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4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4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4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4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4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4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4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4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4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4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4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4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4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4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4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4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4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4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4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4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4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4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4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4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4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4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4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4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4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4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4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4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4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4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4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4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4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4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4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4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4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4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4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4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4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4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4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4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4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4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4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4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4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4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4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4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4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4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4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4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4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4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4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4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4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4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4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4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4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4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4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4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4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4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4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4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4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4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4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4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4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4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4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4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4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4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4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4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4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4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4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4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4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4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4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4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4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4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4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4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4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4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4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4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4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4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4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4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4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4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4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4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4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4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4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4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4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4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4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4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4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4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4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4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4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4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4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4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4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4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4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4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4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4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4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4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4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4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4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4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4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4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4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4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4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4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4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4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4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4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4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4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4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4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4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4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4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4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4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4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4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4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4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4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4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4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4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4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4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4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4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4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4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4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4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4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4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4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4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4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4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4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4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4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4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4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4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4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4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4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4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4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4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4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4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4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4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4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4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4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4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4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4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4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4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4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4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4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4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4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4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4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4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4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4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4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4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4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4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4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4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4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">
    <p:spTree>
      <p:nvGrpSpPr>
        <p:cNvPr id="1" name="Shape 5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2" name="Google Shape;5192;p27"/>
          <p:cNvGrpSpPr/>
          <p:nvPr/>
        </p:nvGrpSpPr>
        <p:grpSpPr>
          <a:xfrm>
            <a:off x="322655" y="362054"/>
            <a:ext cx="949170" cy="474582"/>
            <a:chOff x="311697" y="-12"/>
            <a:chExt cx="4437449" cy="2218709"/>
          </a:xfrm>
        </p:grpSpPr>
        <p:sp>
          <p:nvSpPr>
            <p:cNvPr id="5193" name="Google Shape;5193;p27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7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7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7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7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7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7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7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7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7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7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7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7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7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7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7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7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7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7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7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7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7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7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7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7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7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7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7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7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7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7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7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7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7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7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7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7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7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7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7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7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7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7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7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7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7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7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7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7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7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7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7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7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7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7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7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7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7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7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7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7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7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7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7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7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7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7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7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7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7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7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7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7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7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7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7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7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7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7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7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7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7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7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7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7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7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7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7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7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7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7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7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7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7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7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7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7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7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7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7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7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7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7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7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7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7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7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7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7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7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7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7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7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7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7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7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7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7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7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7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7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7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7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7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7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7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7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7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7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7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7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7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7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7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7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7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7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7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7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7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7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7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7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7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7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7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7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7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7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7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7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7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7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7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7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7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7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7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7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7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7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7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7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7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7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7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7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7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7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7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7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7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7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7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7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7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7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7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7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7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7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7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7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7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7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7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7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7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7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7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7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7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7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7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7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7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7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7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7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7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7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7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7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7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7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7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7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7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7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7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7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7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7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7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7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7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7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7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7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7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7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7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7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7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7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7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7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7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7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7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7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7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7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7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7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7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7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7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7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7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7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7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7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7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7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7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7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7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7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7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7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7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7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7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7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7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7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7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7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7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7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7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7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7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7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7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7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7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7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7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7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7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7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7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7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7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7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7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7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7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7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7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7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7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7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7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7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7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27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27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27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27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27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27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27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27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27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27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27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27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27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27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27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27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7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7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7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7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7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7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7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7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7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7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7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7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7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7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7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7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7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7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7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7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7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7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7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7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7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2" name="Google Shape;5522;p27"/>
          <p:cNvGrpSpPr/>
          <p:nvPr/>
        </p:nvGrpSpPr>
        <p:grpSpPr>
          <a:xfrm>
            <a:off x="8049776" y="2065878"/>
            <a:ext cx="1443946" cy="721968"/>
            <a:chOff x="311697" y="-12"/>
            <a:chExt cx="4437449" cy="2218709"/>
          </a:xfrm>
        </p:grpSpPr>
        <p:sp>
          <p:nvSpPr>
            <p:cNvPr id="5523" name="Google Shape;5523;p27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27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7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7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7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7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7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7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7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7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7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7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7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7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7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7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7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7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7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7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7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7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7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7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7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7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7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7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27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27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7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7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7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7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7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7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7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7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7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7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7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7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7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7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7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7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7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7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7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7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7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7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7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7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7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7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27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27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27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27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27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27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27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27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27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27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27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27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27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27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27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27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27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27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27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27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27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27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27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27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27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27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27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27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27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27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27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27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27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27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27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27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27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27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27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27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27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27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27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27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27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27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27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27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27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27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27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27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27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27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27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27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27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27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27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27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27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27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27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27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27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27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27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27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27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27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27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27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27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27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27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27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27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27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27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27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27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27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27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27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27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27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27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27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27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27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27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27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27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27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27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27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27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27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27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27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27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27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27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27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27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27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27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27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27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27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27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27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27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27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27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27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27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27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27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27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27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27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27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27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27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27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27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27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27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27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27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27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27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27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27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27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27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27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27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27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27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27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27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27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27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27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27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27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27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27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27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27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27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27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27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27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27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27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27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27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27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27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27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27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27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27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27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27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27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27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27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27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27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27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27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27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27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27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27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27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27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27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27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27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27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27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27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27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27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27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27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27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27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27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27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27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27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27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27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27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27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27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27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27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27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27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27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27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27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27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27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27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27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27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27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27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27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27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27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27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27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27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27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27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27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27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27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27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27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27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27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27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27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27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27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27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27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27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27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27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27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27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27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27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27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27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27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27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27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27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27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27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27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27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27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27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27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27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27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27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27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27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27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27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27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27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27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27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27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27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27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27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27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2" name="Google Shape;5852;p27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5853" name="Google Shape;5853;p27"/>
            <p:cNvGrpSpPr/>
            <p:nvPr/>
          </p:nvGrpSpPr>
          <p:grpSpPr>
            <a:xfrm>
              <a:off x="4156107" y="3310126"/>
              <a:ext cx="831787" cy="721972"/>
              <a:chOff x="2788951" y="3310126"/>
              <a:chExt cx="831787" cy="721972"/>
            </a:xfrm>
          </p:grpSpPr>
          <p:sp>
            <p:nvSpPr>
              <p:cNvPr id="5854" name="Google Shape;5854;p27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5855;p27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5856;p27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5857;p27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5858;p27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5859;p27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5860;p27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5861;p27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5862;p27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5863;p27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5864;p27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5865;p27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5866;p27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5867;p27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5868;p27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5869;p27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5870;p27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5871;p27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5872;p27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5873;p27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5874;p27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5875;p27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5876;p27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5877;p27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8" name="Google Shape;5878;p27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9" name="Google Shape;5879;p27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0" name="Google Shape;5880;p27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1" name="Google Shape;5881;p27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2" name="Google Shape;5882;p27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3" name="Google Shape;5883;p27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4" name="Google Shape;5884;p27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5" name="Google Shape;5885;p27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6" name="Google Shape;5886;p27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7" name="Google Shape;5887;p27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8" name="Google Shape;5888;p27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9" name="Google Shape;5889;p27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0" name="Google Shape;5890;p27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1" name="Google Shape;5891;p27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2" name="Google Shape;5892;p27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3" name="Google Shape;5893;p27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4" name="Google Shape;5894;p27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5" name="Google Shape;5895;p27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6" name="Google Shape;5896;p27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7" name="Google Shape;5897;p27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8" name="Google Shape;5898;p27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9" name="Google Shape;5899;p27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0" name="Google Shape;5900;p27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1" name="Google Shape;5901;p27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02" name="Google Shape;5902;p27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5903" name="Google Shape;5903;p27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4" name="Google Shape;5904;p27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5" name="Google Shape;5905;p27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06" name="Google Shape;5906;p27"/>
            <p:cNvSpPr/>
            <p:nvPr/>
          </p:nvSpPr>
          <p:spPr>
            <a:xfrm>
              <a:off x="2234475" y="3941950"/>
              <a:ext cx="1370100" cy="1371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27"/>
            <p:cNvSpPr/>
            <p:nvPr/>
          </p:nvSpPr>
          <p:spPr>
            <a:xfrm>
              <a:off x="7060675" y="3941950"/>
              <a:ext cx="1370100" cy="1371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5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9" name="Google Shape;5909;p2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5910" name="Google Shape;5910;p28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5911" name="Google Shape;5911;p28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5912" name="Google Shape;5912;p28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3" name="Google Shape;5913;p28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4" name="Google Shape;5914;p28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5" name="Google Shape;5915;p28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6" name="Google Shape;5916;p28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7" name="Google Shape;5917;p28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8" name="Google Shape;5918;p28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9" name="Google Shape;5919;p28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0" name="Google Shape;5920;p28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1" name="Google Shape;5921;p28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2" name="Google Shape;5922;p28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3" name="Google Shape;5923;p28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4" name="Google Shape;5924;p28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5" name="Google Shape;5925;p28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6" name="Google Shape;5926;p28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7" name="Google Shape;5927;p28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8" name="Google Shape;5928;p28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9" name="Google Shape;5929;p28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0" name="Google Shape;5930;p28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1" name="Google Shape;5931;p28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2" name="Google Shape;5932;p28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3" name="Google Shape;5933;p28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4" name="Google Shape;5934;p28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5" name="Google Shape;5935;p28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6" name="Google Shape;5936;p28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7" name="Google Shape;5937;p28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8" name="Google Shape;5938;p28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9" name="Google Shape;5939;p28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0" name="Google Shape;5940;p28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1" name="Google Shape;5941;p28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2" name="Google Shape;5942;p28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3" name="Google Shape;5943;p28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4" name="Google Shape;5944;p28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5" name="Google Shape;5945;p28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6" name="Google Shape;5946;p28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7" name="Google Shape;5947;p28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8" name="Google Shape;5948;p28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9" name="Google Shape;5949;p28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950" name="Google Shape;5950;p28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1" name="Google Shape;5951;p28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2" name="Google Shape;5952;p28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3" name="Google Shape;5953;p28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4" name="Google Shape;5954;p28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5" name="Google Shape;5955;p28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6" name="Google Shape;5956;p28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957" name="Google Shape;5957;p28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5958" name="Google Shape;5958;p28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9" name="Google Shape;5959;p28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0" name="Google Shape;5960;p28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1" name="Google Shape;5961;p28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2" name="Google Shape;5962;p28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3" name="Google Shape;5963;p28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4" name="Google Shape;5964;p28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5" name="Google Shape;5965;p28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6" name="Google Shape;5966;p28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7" name="Google Shape;5967;p28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8" name="Google Shape;5968;p28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9" name="Google Shape;5969;p28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0" name="Google Shape;5970;p28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1" name="Google Shape;5971;p28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2" name="Google Shape;5972;p28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3" name="Google Shape;5973;p28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4" name="Google Shape;5974;p28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5" name="Google Shape;5975;p28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6" name="Google Shape;5976;p28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7" name="Google Shape;5977;p28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8" name="Google Shape;5978;p28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9" name="Google Shape;5979;p28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0" name="Google Shape;5980;p28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1" name="Google Shape;5981;p28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2" name="Google Shape;5982;p28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3" name="Google Shape;5983;p28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4" name="Google Shape;5984;p28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5" name="Google Shape;5985;p28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6" name="Google Shape;5986;p28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7" name="Google Shape;5987;p28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8" name="Google Shape;5988;p28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9" name="Google Shape;5989;p28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0" name="Google Shape;5990;p28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1" name="Google Shape;5991;p28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2" name="Google Shape;5992;p28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3" name="Google Shape;5993;p28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4" name="Google Shape;5994;p28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5" name="Google Shape;5995;p28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6" name="Google Shape;5996;p28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7" name="Google Shape;5997;p28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8" name="Google Shape;5998;p28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9" name="Google Shape;5999;p28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0" name="Google Shape;6000;p28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1" name="Google Shape;6001;p28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2" name="Google Shape;6002;p28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3" name="Google Shape;6003;p28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4" name="Google Shape;6004;p28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5" name="Google Shape;6005;p28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6" name="Google Shape;6006;p28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7" name="Google Shape;6007;p28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8" name="Google Shape;6008;p28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9" name="Google Shape;6009;p28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0" name="Google Shape;6010;p28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1" name="Google Shape;6011;p28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2" name="Google Shape;6012;p28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3" name="Google Shape;6013;p28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4" name="Google Shape;6014;p28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5" name="Google Shape;6015;p28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6" name="Google Shape;6016;p28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7" name="Google Shape;6017;p28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8" name="Google Shape;6018;p28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9" name="Google Shape;6019;p28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0" name="Google Shape;6020;p28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1" name="Google Shape;6021;p28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2" name="Google Shape;6022;p28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3" name="Google Shape;6023;p28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4" name="Google Shape;6024;p28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5" name="Google Shape;6025;p28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6" name="Google Shape;6026;p28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7" name="Google Shape;6027;p28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8" name="Google Shape;6028;p28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9" name="Google Shape;6029;p28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0" name="Google Shape;6030;p28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1" name="Google Shape;6031;p28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2" name="Google Shape;6032;p28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3" name="Google Shape;6033;p28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4" name="Google Shape;6034;p28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5" name="Google Shape;6035;p28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6" name="Google Shape;6036;p28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7" name="Google Shape;6037;p28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8" name="Google Shape;6038;p28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9" name="Google Shape;6039;p28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0" name="Google Shape;6040;p28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1" name="Google Shape;6041;p28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2" name="Google Shape;6042;p28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3" name="Google Shape;6043;p28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4" name="Google Shape;6044;p28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5" name="Google Shape;6045;p28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6" name="Google Shape;6046;p28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7" name="Google Shape;6047;p28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8" name="Google Shape;6048;p28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9" name="Google Shape;6049;p28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0" name="Google Shape;6050;p28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1" name="Google Shape;6051;p28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2" name="Google Shape;6052;p28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3" name="Google Shape;6053;p28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4" name="Google Shape;6054;p28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5" name="Google Shape;6055;p28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6" name="Google Shape;6056;p28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7" name="Google Shape;6057;p28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8" name="Google Shape;6058;p28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9" name="Google Shape;6059;p28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0" name="Google Shape;6060;p28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1" name="Google Shape;6061;p28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2" name="Google Shape;6062;p28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3" name="Google Shape;6063;p28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4" name="Google Shape;6064;p28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5" name="Google Shape;6065;p28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6" name="Google Shape;6066;p28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7" name="Google Shape;6067;p28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8" name="Google Shape;6068;p28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9" name="Google Shape;6069;p28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0" name="Google Shape;6070;p28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1" name="Google Shape;6071;p28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2" name="Google Shape;6072;p28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3" name="Google Shape;6073;p28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4" name="Google Shape;6074;p28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5" name="Google Shape;6075;p28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6" name="Google Shape;6076;p28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7" name="Google Shape;6077;p28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8" name="Google Shape;6078;p28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9" name="Google Shape;6079;p28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0" name="Google Shape;6080;p28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1" name="Google Shape;6081;p28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2" name="Google Shape;6082;p28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3" name="Google Shape;6083;p28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4" name="Google Shape;6084;p28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5" name="Google Shape;6085;p28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6" name="Google Shape;6086;p28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7" name="Google Shape;6087;p28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8" name="Google Shape;6088;p28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9" name="Google Shape;6089;p28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0" name="Google Shape;6090;p28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1" name="Google Shape;6091;p28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2" name="Google Shape;6092;p28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3" name="Google Shape;6093;p28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4" name="Google Shape;6094;p28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5" name="Google Shape;6095;p28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6" name="Google Shape;6096;p28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97" name="Google Shape;6097;p28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6098" name="Google Shape;6098;p28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9" name="Google Shape;6099;p28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0" name="Google Shape;6100;p28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1" name="Google Shape;6101;p28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2" name="Google Shape;6102;p28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3" name="Google Shape;6103;p28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4" name="Google Shape;6104;p28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5" name="Google Shape;6105;p28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6" name="Google Shape;6106;p28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7" name="Google Shape;6107;p28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8" name="Google Shape;6108;p28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9" name="Google Shape;6109;p28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0" name="Google Shape;6110;p28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1" name="Google Shape;6111;p28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2" name="Google Shape;6112;p28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3" name="Google Shape;6113;p28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4" name="Google Shape;6114;p28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5" name="Google Shape;6115;p28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6" name="Google Shape;6116;p28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7" name="Google Shape;6117;p28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8" name="Google Shape;6118;p28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9" name="Google Shape;6119;p28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0" name="Google Shape;6120;p28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1" name="Google Shape;6121;p28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2" name="Google Shape;6122;p28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3" name="Google Shape;6123;p28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4" name="Google Shape;6124;p28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5" name="Google Shape;6125;p28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6" name="Google Shape;6126;p28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7" name="Google Shape;6127;p28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8" name="Google Shape;6128;p28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9" name="Google Shape;6129;p28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0" name="Google Shape;6130;p28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1" name="Google Shape;6131;p28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2" name="Google Shape;6132;p28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3" name="Google Shape;6133;p28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4" name="Google Shape;6134;p28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5" name="Google Shape;6135;p28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6" name="Google Shape;6136;p28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7" name="Google Shape;6137;p28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8" name="Google Shape;6138;p28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9" name="Google Shape;6139;p28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0" name="Google Shape;6140;p28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1" name="Google Shape;6141;p28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2" name="Google Shape;6142;p28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3" name="Google Shape;6143;p28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4" name="Google Shape;6144;p28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5" name="Google Shape;6145;p28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6" name="Google Shape;6146;p28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7" name="Google Shape;6147;p28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8" name="Google Shape;6148;p28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9" name="Google Shape;6149;p28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0" name="Google Shape;6150;p28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1" name="Google Shape;6151;p28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2" name="Google Shape;6152;p28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3" name="Google Shape;6153;p28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4" name="Google Shape;6154;p28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5" name="Google Shape;6155;p28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6" name="Google Shape;6156;p28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7" name="Google Shape;6157;p28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8" name="Google Shape;6158;p28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9" name="Google Shape;6159;p28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0" name="Google Shape;6160;p28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1" name="Google Shape;6161;p28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2" name="Google Shape;6162;p28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3" name="Google Shape;6163;p28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4" name="Google Shape;6164;p28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5" name="Google Shape;6165;p28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6" name="Google Shape;6166;p28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7" name="Google Shape;6167;p28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8" name="Google Shape;6168;p28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9" name="Google Shape;6169;p28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0" name="Google Shape;6170;p28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1" name="Google Shape;6171;p28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2" name="Google Shape;6172;p28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3" name="Google Shape;6173;p28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4" name="Google Shape;6174;p28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5" name="Google Shape;6175;p28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6" name="Google Shape;6176;p28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7" name="Google Shape;6177;p28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8" name="Google Shape;6178;p28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9" name="Google Shape;6179;p28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0" name="Google Shape;6180;p28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1" name="Google Shape;6181;p28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2" name="Google Shape;6182;p28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3" name="Google Shape;6183;p28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4" name="Google Shape;6184;p28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5" name="Google Shape;6185;p28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6" name="Google Shape;6186;p28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7" name="Google Shape;6187;p28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8" name="Google Shape;6188;p28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9" name="Google Shape;6189;p28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0" name="Google Shape;6190;p28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1" name="Google Shape;6191;p28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2" name="Google Shape;6192;p28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3" name="Google Shape;6193;p28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4" name="Google Shape;6194;p28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5" name="Google Shape;6195;p28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6" name="Google Shape;6196;p28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7" name="Google Shape;6197;p28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8" name="Google Shape;6198;p28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9" name="Google Shape;6199;p28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0" name="Google Shape;6200;p28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1" name="Google Shape;6201;p28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2" name="Google Shape;6202;p28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3" name="Google Shape;6203;p28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4" name="Google Shape;6204;p28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5" name="Google Shape;6205;p28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6" name="Google Shape;6206;p28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7" name="Google Shape;6207;p28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8" name="Google Shape;6208;p28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9" name="Google Shape;6209;p28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0" name="Google Shape;6210;p28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1" name="Google Shape;6211;p28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2" name="Google Shape;6212;p28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3" name="Google Shape;6213;p28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4" name="Google Shape;6214;p28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5" name="Google Shape;6215;p28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6" name="Google Shape;6216;p28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7" name="Google Shape;6217;p28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8" name="Google Shape;6218;p28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9" name="Google Shape;6219;p28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0" name="Google Shape;6220;p28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1" name="Google Shape;6221;p28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2" name="Google Shape;6222;p28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3" name="Google Shape;6223;p28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4" name="Google Shape;6224;p28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5" name="Google Shape;6225;p28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6" name="Google Shape;6226;p28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7" name="Google Shape;6227;p28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8" name="Google Shape;6228;p28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9" name="Google Shape;6229;p28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0" name="Google Shape;6230;p28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1" name="Google Shape;6231;p28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2" name="Google Shape;6232;p28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3" name="Google Shape;6233;p28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4" name="Google Shape;6234;p28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5" name="Google Shape;6235;p28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6" name="Google Shape;6236;p28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7" name="Google Shape;6237;p28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8" name="Google Shape;6238;p28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9" name="Google Shape;6239;p28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0" name="Google Shape;6240;p28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1" name="Google Shape;6241;p28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2" name="Google Shape;6242;p28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3" name="Google Shape;6243;p28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4" name="Google Shape;6244;p28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5" name="Google Shape;6245;p28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6" name="Google Shape;6246;p28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7" name="Google Shape;6247;p28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8" name="Google Shape;6248;p28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9" name="Google Shape;6249;p28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0" name="Google Shape;6250;p28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1" name="Google Shape;6251;p28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2" name="Google Shape;6252;p28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3" name="Google Shape;6253;p28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4" name="Google Shape;6254;p28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5" name="Google Shape;6255;p28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6" name="Google Shape;6256;p28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7" name="Google Shape;6257;p28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8" name="Google Shape;6258;p28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9" name="Google Shape;6259;p28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0" name="Google Shape;6260;p28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1" name="Google Shape;6261;p28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2" name="Google Shape;6262;p28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3" name="Google Shape;6263;p28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4" name="Google Shape;6264;p28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5" name="Google Shape;6265;p28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6" name="Google Shape;6266;p28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7" name="Google Shape;6267;p28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8" name="Google Shape;6268;p28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9" name="Google Shape;6269;p28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0" name="Google Shape;6270;p28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1" name="Google Shape;6271;p28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2" name="Google Shape;6272;p28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3" name="Google Shape;6273;p28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4" name="Google Shape;6274;p28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5" name="Google Shape;6275;p28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6" name="Google Shape;6276;p28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7" name="Google Shape;6277;p28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8" name="Google Shape;6278;p28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9" name="Google Shape;6279;p28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0" name="Google Shape;6280;p28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1" name="Google Shape;6281;p28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82" name="Google Shape;6282;p28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6283" name="Google Shape;6283;p28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4" name="Google Shape;6284;p28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5" name="Google Shape;6285;p28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6" name="Google Shape;6286;p28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7" name="Google Shape;6287;p28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8" name="Google Shape;6288;p28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89" name="Google Shape;6289;p28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6290" name="Google Shape;6290;p28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1" name="Google Shape;6291;p28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2" name="Google Shape;6292;p28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3" name="Google Shape;6293;p28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4" name="Google Shape;6294;p28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5" name="Google Shape;6295;p28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6" name="Google Shape;6296;p28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7" name="Google Shape;6297;p28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98" name="Google Shape;6298;p28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6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0" name="Google Shape;6300;p29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6301" name="Google Shape;6301;p29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6302;p29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29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29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6305;p29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6306;p29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29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29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29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29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29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29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29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29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29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29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29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29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29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29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29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29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29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29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29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29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29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29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29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29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29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29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29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29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29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29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29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29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29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29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29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29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29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29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29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29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29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29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29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29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6351;p29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2" name="Google Shape;6352;p29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6353;p29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6354;p29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6355;p29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29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29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29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29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29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29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29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29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29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29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29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29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29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29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29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29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29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29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29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29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29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29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29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29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29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29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29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29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29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29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29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29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29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29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29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29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29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29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29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29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29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29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29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6399;p29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6400;p29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29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29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6403;p29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6404;p29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29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29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6407;p29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29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29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6410;p29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29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29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29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6414;p29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6415;p29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6416;p29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29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29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6419;p29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6420;p29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6421;p29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6422;p29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6423;p29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6424;p29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6425;p29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6426;p29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6427;p29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6428;p29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6429;p29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6430;p29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6431;p29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2" name="Google Shape;6432;p29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3" name="Google Shape;6433;p29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4" name="Google Shape;6434;p29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5" name="Google Shape;6435;p29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6" name="Google Shape;6436;p29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7" name="Google Shape;6437;p29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8" name="Google Shape;6438;p29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9" name="Google Shape;6439;p29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0" name="Google Shape;6440;p29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1" name="Google Shape;6441;p29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2" name="Google Shape;6442;p29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3" name="Google Shape;6443;p29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4" name="Google Shape;6444;p29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5" name="Google Shape;6445;p29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6" name="Google Shape;6446;p29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7" name="Google Shape;6447;p29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8" name="Google Shape;6448;p29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9" name="Google Shape;6449;p29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0" name="Google Shape;6450;p29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1" name="Google Shape;6451;p29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2" name="Google Shape;6452;p29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3" name="Google Shape;6453;p29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4" name="Google Shape;6454;p29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5" name="Google Shape;6455;p29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6" name="Google Shape;6456;p29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7" name="Google Shape;6457;p29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8" name="Google Shape;6458;p29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9" name="Google Shape;6459;p29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0" name="Google Shape;6460;p29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1" name="Google Shape;6461;p29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2" name="Google Shape;6462;p29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3" name="Google Shape;6463;p29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4" name="Google Shape;6464;p29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5" name="Google Shape;6465;p29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6" name="Google Shape;6466;p29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6467;p29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8" name="Google Shape;6468;p29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9" name="Google Shape;6469;p29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6470;p29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6471;p29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2" name="Google Shape;6472;p29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3" name="Google Shape;6473;p29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4" name="Google Shape;6474;p29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6475;p29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6476;p29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7" name="Google Shape;6477;p29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8" name="Google Shape;6478;p29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6479;p29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6480;p29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6481;p29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6482;p29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6483;p29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6484;p29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6485;p29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6486;p29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6487;p29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6488;p29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6489;p29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6490;p29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1" name="Google Shape;6491;p29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6492;p29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29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29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29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29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29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29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6499;p29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29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29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29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29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29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29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6506;p29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6507;p29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6508;p29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6509;p29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29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29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29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6513;p29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6514;p29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6515;p29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6516;p29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6517;p29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29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29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29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29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29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29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29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29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29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29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29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29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29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29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29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29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29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29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29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29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29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29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29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29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6542;p29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6543;p29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29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6545;p29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6546;p29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6547;p29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6548;p29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6549;p29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6550;p29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6551;p29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6552;p29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3" name="Google Shape;6553;p29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6554;p29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29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6556;p29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6557;p29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6558;p29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6559;p29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6560;p29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6561;p29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6562;p29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6563;p29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6564;p29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5" name="Google Shape;6565;p29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6566;p29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6567;p29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6568;p29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6569;p29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6570;p29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6571;p29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6572;p29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6573;p29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6574;p29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6575;p29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6576;p29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6577;p29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6578;p29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9" name="Google Shape;6579;p29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6580;p29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6581;p29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2" name="Google Shape;6582;p29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6583;p29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29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29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29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29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29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6589;p29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6590;p29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6591;p29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6592;p29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3" name="Google Shape;6593;p29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4" name="Google Shape;6594;p29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6595;p29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29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29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29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29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29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29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29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29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29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6605;p29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6606;p29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29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8" name="Google Shape;6608;p29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9" name="Google Shape;6609;p29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0" name="Google Shape;6610;p29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1" name="Google Shape;6611;p29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2" name="Google Shape;6612;p29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3" name="Google Shape;6613;p29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4" name="Google Shape;6614;p29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5" name="Google Shape;6615;p29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6" name="Google Shape;6616;p29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7" name="Google Shape;6617;p29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8" name="Google Shape;6618;p29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9" name="Google Shape;6619;p29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0" name="Google Shape;6620;p29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6621;p29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6622;p29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6623;p29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6624;p29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6625;p29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6" name="Google Shape;6626;p29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6627;p29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29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6629;p29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30" name="Google Shape;6630;p29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6631" name="Google Shape;6631;p29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29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29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29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6635;p29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6636;p29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6637;p29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29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29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6640;p29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6641;p29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29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6643;p29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6644;p29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6645;p29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6646;p29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6647;p29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8" name="Google Shape;6648;p29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9" name="Google Shape;6649;p29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0" name="Google Shape;6650;p29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1" name="Google Shape;6651;p29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2" name="Google Shape;6652;p29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3" name="Google Shape;6653;p29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4" name="Google Shape;6654;p29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5" name="Google Shape;6655;p29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6" name="Google Shape;6656;p29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7" name="Google Shape;6657;p29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6658;p29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9" name="Google Shape;6659;p29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0" name="Google Shape;6660;p29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6661;p29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6662;p29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3" name="Google Shape;6663;p29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4" name="Google Shape;6664;p29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6665;p29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6666;p29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7" name="Google Shape;6667;p29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6668;p29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29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6670;p29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1" name="Google Shape;6671;p29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2" name="Google Shape;6672;p29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6673;p29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4" name="Google Shape;6674;p29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5" name="Google Shape;6675;p29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6676;p29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7" name="Google Shape;6677;p29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8" name="Google Shape;6678;p29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6679;p29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6680;p29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6681;p29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2" name="Google Shape;6682;p29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6683;p29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6684;p29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5" name="Google Shape;6685;p29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6" name="Google Shape;6686;p29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6687;p29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6688;p29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9" name="Google Shape;6689;p29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0" name="Google Shape;6690;p29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6691;p29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6692;p29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3" name="Google Shape;6693;p29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4" name="Google Shape;6694;p29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6695;p29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6696;p29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6697;p29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8" name="Google Shape;6698;p29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9" name="Google Shape;6699;p29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6700;p29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6701;p29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6702;p29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3" name="Google Shape;6703;p29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4" name="Google Shape;6704;p29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5" name="Google Shape;6705;p29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6" name="Google Shape;6706;p29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7" name="Google Shape;6707;p29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8" name="Google Shape;6708;p29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9" name="Google Shape;6709;p29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0" name="Google Shape;6710;p29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1" name="Google Shape;6711;p29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2" name="Google Shape;6712;p29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3" name="Google Shape;6713;p29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4" name="Google Shape;6714;p29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5" name="Google Shape;6715;p29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6" name="Google Shape;6716;p29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7" name="Google Shape;6717;p29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8" name="Google Shape;6718;p29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9" name="Google Shape;6719;p29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0" name="Google Shape;6720;p29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1" name="Google Shape;6721;p29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2" name="Google Shape;6722;p29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3" name="Google Shape;6723;p29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4" name="Google Shape;6724;p29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6725;p29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6726;p29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6727;p29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6728;p29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9" name="Google Shape;6729;p29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0" name="Google Shape;6730;p29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6731;p29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6732;p29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6733;p29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6734;p29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6735;p29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6" name="Google Shape;6736;p29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7" name="Google Shape;6737;p29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8" name="Google Shape;6738;p29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9" name="Google Shape;6739;p29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6740;p29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1" name="Google Shape;6741;p29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2" name="Google Shape;6742;p29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6743;p29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29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29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29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29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29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29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6750;p29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29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29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29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4" name="Google Shape;6754;p29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5" name="Google Shape;6755;p29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6" name="Google Shape;6756;p29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7" name="Google Shape;6757;p29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8" name="Google Shape;6758;p29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9" name="Google Shape;6759;p29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0" name="Google Shape;6760;p29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1" name="Google Shape;6761;p29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2" name="Google Shape;6762;p29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6763;p29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29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29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29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7" name="Google Shape;6767;p29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8" name="Google Shape;6768;p29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6769;p29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6770;p29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6771;p29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29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29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6774;p29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6775;p29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6776;p29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7" name="Google Shape;6777;p29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6778;p29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6779;p29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6780;p29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6781;p29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29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29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6784;p29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6785;p29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6" name="Google Shape;6786;p29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7" name="Google Shape;6787;p29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8" name="Google Shape;6788;p29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9" name="Google Shape;6789;p29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0" name="Google Shape;6790;p29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1" name="Google Shape;6791;p29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2" name="Google Shape;6792;p29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3" name="Google Shape;6793;p29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4" name="Google Shape;6794;p29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5" name="Google Shape;6795;p29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6" name="Google Shape;6796;p29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7" name="Google Shape;6797;p29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8" name="Google Shape;6798;p29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9" name="Google Shape;6799;p29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0" name="Google Shape;6800;p29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1" name="Google Shape;6801;p29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2" name="Google Shape;6802;p29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3" name="Google Shape;6803;p29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4" name="Google Shape;6804;p29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5" name="Google Shape;6805;p29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6" name="Google Shape;6806;p29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7" name="Google Shape;6807;p29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8" name="Google Shape;6808;p29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9" name="Google Shape;6809;p29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0" name="Google Shape;6810;p29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1" name="Google Shape;6811;p29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2" name="Google Shape;6812;p29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3" name="Google Shape;6813;p29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6814;p29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6815;p29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6" name="Google Shape;6816;p29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7" name="Google Shape;6817;p29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6818;p29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6819;p29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0" name="Google Shape;6820;p29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1" name="Google Shape;6821;p29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2" name="Google Shape;6822;p29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3" name="Google Shape;6823;p29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4" name="Google Shape;6824;p29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5" name="Google Shape;6825;p29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6826;p29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6827;p29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6828;p29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6829;p29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6830;p29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1" name="Google Shape;6831;p29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2" name="Google Shape;6832;p29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6833;p29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6834;p29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5" name="Google Shape;6835;p29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6" name="Google Shape;6836;p29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6837;p29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6838;p29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6839;p29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6840;p29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6841;p29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2" name="Google Shape;6842;p29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3" name="Google Shape;6843;p29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4" name="Google Shape;6844;p29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5" name="Google Shape;6845;p29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6" name="Google Shape;6846;p29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7" name="Google Shape;6847;p29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8" name="Google Shape;6848;p29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9" name="Google Shape;6849;p29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0" name="Google Shape;6850;p29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1" name="Google Shape;6851;p29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2" name="Google Shape;6852;p29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3" name="Google Shape;6853;p29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4" name="Google Shape;6854;p29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5" name="Google Shape;6855;p29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6" name="Google Shape;6856;p29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7" name="Google Shape;6857;p29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8" name="Google Shape;6858;p29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9" name="Google Shape;6859;p29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0" name="Google Shape;6860;p29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1" name="Google Shape;6861;p29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2" name="Google Shape;6862;p29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3" name="Google Shape;6863;p29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4" name="Google Shape;6864;p29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5" name="Google Shape;6865;p29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6" name="Google Shape;6866;p29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7" name="Google Shape;6867;p29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8" name="Google Shape;6868;p29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9" name="Google Shape;6869;p29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0" name="Google Shape;6870;p29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1" name="Google Shape;6871;p29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2" name="Google Shape;6872;p29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3" name="Google Shape;6873;p29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4" name="Google Shape;6874;p29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5" name="Google Shape;6875;p29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6" name="Google Shape;6876;p29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7" name="Google Shape;6877;p29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8" name="Google Shape;6878;p29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9" name="Google Shape;6879;p29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0" name="Google Shape;6880;p29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1" name="Google Shape;6881;p29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2" name="Google Shape;6882;p29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3" name="Google Shape;6883;p29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4" name="Google Shape;6884;p29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5" name="Google Shape;6885;p29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6" name="Google Shape;6886;p29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7" name="Google Shape;6887;p29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8" name="Google Shape;6888;p29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9" name="Google Shape;6889;p29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0" name="Google Shape;6890;p29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1" name="Google Shape;6891;p29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2" name="Google Shape;6892;p29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3" name="Google Shape;6893;p29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4" name="Google Shape;6894;p29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5" name="Google Shape;6895;p29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6" name="Google Shape;6896;p29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7" name="Google Shape;6897;p29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8" name="Google Shape;6898;p29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9" name="Google Shape;6899;p29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0" name="Google Shape;6900;p29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1" name="Google Shape;6901;p29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2" name="Google Shape;6902;p29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3" name="Google Shape;6903;p29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4" name="Google Shape;6904;p29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5" name="Google Shape;6905;p29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6" name="Google Shape;6906;p29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7" name="Google Shape;6907;p29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8" name="Google Shape;6908;p29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9" name="Google Shape;6909;p29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0" name="Google Shape;6910;p29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1" name="Google Shape;6911;p29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2" name="Google Shape;6912;p29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3" name="Google Shape;6913;p29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4" name="Google Shape;6914;p29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5" name="Google Shape;6915;p29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6" name="Google Shape;6916;p29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7" name="Google Shape;6917;p29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8" name="Google Shape;6918;p29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9" name="Google Shape;6919;p29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0" name="Google Shape;6920;p29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1" name="Google Shape;6921;p29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2" name="Google Shape;6922;p29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3" name="Google Shape;6923;p29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4" name="Google Shape;6924;p29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5" name="Google Shape;6925;p29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6" name="Google Shape;6926;p29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7" name="Google Shape;6927;p29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8" name="Google Shape;6928;p29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9" name="Google Shape;6929;p29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0" name="Google Shape;6930;p29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1" name="Google Shape;6931;p29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2" name="Google Shape;6932;p29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3" name="Google Shape;6933;p29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4" name="Google Shape;6934;p29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5" name="Google Shape;6935;p29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6" name="Google Shape;6936;p29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7" name="Google Shape;6937;p29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8" name="Google Shape;6938;p29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9" name="Google Shape;6939;p29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0" name="Google Shape;6940;p29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1" name="Google Shape;6941;p29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2" name="Google Shape;6942;p29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3" name="Google Shape;6943;p29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4" name="Google Shape;6944;p29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5" name="Google Shape;6945;p29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6" name="Google Shape;6946;p29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7" name="Google Shape;6947;p29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8" name="Google Shape;6948;p29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9" name="Google Shape;6949;p29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0" name="Google Shape;6950;p29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1" name="Google Shape;6951;p29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2" name="Google Shape;6952;p29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3" name="Google Shape;6953;p29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4" name="Google Shape;6954;p29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5" name="Google Shape;6955;p29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6" name="Google Shape;6956;p29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7" name="Google Shape;6957;p29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8" name="Google Shape;6958;p29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9" name="Google Shape;6959;p29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0" name="Google Shape;6960;p29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6961" name="Google Shape;6961;p29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2" name="Google Shape;6962;p29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3" name="Google Shape;6963;p29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4" name="Google Shape;6964;p29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5" name="Google Shape;6965;p29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6" name="Google Shape;6966;p29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7" name="Google Shape;6967;p29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8" name="Google Shape;6968;p29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9" name="Google Shape;6969;p29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0" name="Google Shape;6970;p29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1" name="Google Shape;6971;p29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2" name="Google Shape;6972;p29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3" name="Google Shape;6973;p29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4" name="Google Shape;6974;p29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5" name="Google Shape;6975;p29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6" name="Google Shape;6976;p29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7" name="Google Shape;6977;p29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8" name="Google Shape;6978;p29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9" name="Google Shape;6979;p29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0" name="Google Shape;6980;p29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1" name="Google Shape;6981;p29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2" name="Google Shape;6982;p29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3" name="Google Shape;6983;p29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4" name="Google Shape;6984;p29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5" name="Google Shape;6985;p29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6" name="Google Shape;6986;p29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7" name="Google Shape;6987;p29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8" name="Google Shape;6988;p29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9" name="Google Shape;6989;p29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0" name="Google Shape;6990;p29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1" name="Google Shape;6991;p29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2" name="Google Shape;6992;p29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3" name="Google Shape;6993;p29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4" name="Google Shape;6994;p29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5" name="Google Shape;6995;p29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6" name="Google Shape;6996;p29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7" name="Google Shape;6997;p29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8" name="Google Shape;6998;p29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9" name="Google Shape;6999;p29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0" name="Google Shape;7000;p29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1" name="Google Shape;7001;p29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2" name="Google Shape;7002;p29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3" name="Google Shape;7003;p29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4" name="Google Shape;7004;p29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5" name="Google Shape;7005;p29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6" name="Google Shape;7006;p29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7" name="Google Shape;7007;p29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8" name="Google Shape;7008;p29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9" name="Google Shape;7009;p29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0" name="Google Shape;7010;p29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1" name="Google Shape;7011;p29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2" name="Google Shape;7012;p29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3" name="Google Shape;7013;p29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4" name="Google Shape;7014;p29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5" name="Google Shape;7015;p29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6" name="Google Shape;7016;p29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7" name="Google Shape;7017;p29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8" name="Google Shape;7018;p29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9" name="Google Shape;7019;p29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0" name="Google Shape;7020;p29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1" name="Google Shape;7021;p29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2" name="Google Shape;7022;p29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3" name="Google Shape;7023;p29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4" name="Google Shape;7024;p29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5" name="Google Shape;7025;p29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6" name="Google Shape;7026;p29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7" name="Google Shape;7027;p29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8" name="Google Shape;7028;p29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9" name="Google Shape;7029;p29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0" name="Google Shape;7030;p29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1" name="Google Shape;7031;p29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2" name="Google Shape;7032;p29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3" name="Google Shape;7033;p29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4" name="Google Shape;7034;p29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5" name="Google Shape;7035;p29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6" name="Google Shape;7036;p29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7" name="Google Shape;7037;p29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8" name="Google Shape;7038;p29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9" name="Google Shape;7039;p29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0" name="Google Shape;7040;p29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1" name="Google Shape;7041;p29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2" name="Google Shape;7042;p29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3" name="Google Shape;7043;p29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4" name="Google Shape;7044;p29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5" name="Google Shape;7045;p29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6" name="Google Shape;7046;p29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7" name="Google Shape;7047;p29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8" name="Google Shape;7048;p29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9" name="Google Shape;7049;p29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0" name="Google Shape;7050;p29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1" name="Google Shape;7051;p29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2" name="Google Shape;7052;p29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3" name="Google Shape;7053;p29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4" name="Google Shape;7054;p29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5" name="Google Shape;7055;p29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6" name="Google Shape;7056;p29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7" name="Google Shape;7057;p29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8" name="Google Shape;7058;p29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9" name="Google Shape;7059;p29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0" name="Google Shape;7060;p29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1" name="Google Shape;7061;p29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2" name="Google Shape;7062;p29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3" name="Google Shape;7063;p29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4" name="Google Shape;7064;p29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5" name="Google Shape;7065;p29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6" name="Google Shape;7066;p29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7" name="Google Shape;7067;p29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8" name="Google Shape;7068;p29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9" name="Google Shape;7069;p29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0" name="Google Shape;7070;p29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1" name="Google Shape;7071;p29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2" name="Google Shape;7072;p29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3" name="Google Shape;7073;p29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4" name="Google Shape;7074;p29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5" name="Google Shape;7075;p29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6" name="Google Shape;7076;p29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7" name="Google Shape;7077;p29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8" name="Google Shape;7078;p29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9" name="Google Shape;7079;p29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0" name="Google Shape;7080;p29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1" name="Google Shape;7081;p29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2" name="Google Shape;7082;p29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3" name="Google Shape;7083;p29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4" name="Google Shape;7084;p29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5" name="Google Shape;7085;p29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6" name="Google Shape;7086;p29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7" name="Google Shape;7087;p29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8" name="Google Shape;7088;p29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9" name="Google Shape;7089;p29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0" name="Google Shape;7090;p29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1" name="Google Shape;7091;p29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2" name="Google Shape;7092;p29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3" name="Google Shape;7093;p29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4" name="Google Shape;7094;p29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5" name="Google Shape;7095;p29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6" name="Google Shape;7096;p29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7" name="Google Shape;7097;p29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8" name="Google Shape;7098;p29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9" name="Google Shape;7099;p29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0" name="Google Shape;7100;p29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1" name="Google Shape;7101;p29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2" name="Google Shape;7102;p29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3" name="Google Shape;7103;p29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7104;p29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7105;p29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7106;p29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7107;p29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7108;p29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7109;p29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7110;p29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7111;p29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7112;p29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7113;p29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7114;p29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7115;p29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7116;p29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7117;p29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7118;p29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7119;p29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7120;p29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7121;p29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7122;p29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7123;p29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7124;p29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7125;p29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7126;p29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7127;p29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7128;p29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7129;p29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7130;p29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7131;p29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7132;p29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7133;p29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7134;p29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7135;p29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7136;p29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7137;p29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7138;p29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7139;p29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7140;p29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1" name="Google Shape;7141;p29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2" name="Google Shape;7142;p29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3" name="Google Shape;7143;p29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4" name="Google Shape;7144;p29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5" name="Google Shape;7145;p29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6" name="Google Shape;7146;p29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7" name="Google Shape;7147;p29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8" name="Google Shape;7148;p29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9" name="Google Shape;7149;p29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0" name="Google Shape;7150;p29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1" name="Google Shape;7151;p29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2" name="Google Shape;7152;p29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3" name="Google Shape;7153;p29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4" name="Google Shape;7154;p29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5" name="Google Shape;7155;p29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6" name="Google Shape;7156;p29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7" name="Google Shape;7157;p29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8" name="Google Shape;7158;p29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9" name="Google Shape;7159;p29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0" name="Google Shape;7160;p29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1" name="Google Shape;7161;p29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2" name="Google Shape;7162;p29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3" name="Google Shape;7163;p29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4" name="Google Shape;7164;p29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5" name="Google Shape;7165;p29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6" name="Google Shape;7166;p29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7" name="Google Shape;7167;p29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8" name="Google Shape;7168;p29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9" name="Google Shape;7169;p29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0" name="Google Shape;7170;p29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1" name="Google Shape;7171;p29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2" name="Google Shape;7172;p29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3" name="Google Shape;7173;p29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4" name="Google Shape;7174;p29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5" name="Google Shape;7175;p29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6" name="Google Shape;7176;p29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7" name="Google Shape;7177;p29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8" name="Google Shape;7178;p29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9" name="Google Shape;7179;p29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0" name="Google Shape;7180;p29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1" name="Google Shape;7181;p29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2" name="Google Shape;7182;p29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3" name="Google Shape;7183;p29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4" name="Google Shape;7184;p29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5" name="Google Shape;7185;p29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6" name="Google Shape;7186;p29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7" name="Google Shape;7187;p29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8" name="Google Shape;7188;p29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7189;p29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7190;p29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7191;p29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7192;p29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7193;p29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7194;p29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7195;p29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7196;p29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7197;p29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7198;p29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7199;p29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7200;p29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7201;p29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7202;p29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7203;p29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7204;p29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7205;p29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7206;p29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7207;p29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7208;p29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7209;p29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7210;p29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1" name="Google Shape;7211;p29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2" name="Google Shape;7212;p29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3" name="Google Shape;7213;p29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4" name="Google Shape;7214;p29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5" name="Google Shape;7215;p29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6" name="Google Shape;7216;p29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7" name="Google Shape;7217;p29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8" name="Google Shape;7218;p29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9" name="Google Shape;7219;p29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0" name="Google Shape;7220;p29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1" name="Google Shape;7221;p29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2" name="Google Shape;7222;p29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3" name="Google Shape;7223;p29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4" name="Google Shape;7224;p29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7225;p29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7226;p29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7227;p29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7228;p29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7229;p29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7230;p29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7231;p29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2" name="Google Shape;7232;p29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3" name="Google Shape;7233;p29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7234;p29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5" name="Google Shape;7235;p29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6" name="Google Shape;7236;p29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7" name="Google Shape;7237;p29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7238;p29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7239;p29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7240;p29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7241;p29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7242;p29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3" name="Google Shape;7243;p29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4" name="Google Shape;7244;p29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5" name="Google Shape;7245;p29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6" name="Google Shape;7246;p29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7" name="Google Shape;7247;p29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7248;p29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7249;p29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0" name="Google Shape;7250;p29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1" name="Google Shape;7251;p29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7252;p29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7253;p29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7254;p29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5" name="Google Shape;7255;p29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6" name="Google Shape;7256;p29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7257;p29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7258;p29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7259;p29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7260;p29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7261;p29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7262;p29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7263;p29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7264;p29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7265;p29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7266;p29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7" name="Google Shape;7267;p29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7268;p29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7269;p29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7270;p29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7271;p29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2" name="Google Shape;7272;p29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7273;p29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7274;p29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7275;p29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7276;p29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7277;p29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7278;p29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7279;p29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7280;p29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7281;p29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7282;p29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7283;p29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7284;p29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7285;p29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7286;p29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7287;p29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7288;p29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9" name="Google Shape;7289;p29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ONE_COLUMN_TEXT_2">
    <p:bg>
      <p:bgPr>
        <a:solidFill>
          <a:schemeClr val="accent6"/>
        </a:solidFill>
        <a:effectLst/>
      </p:bgPr>
    </p:bg>
    <p:spTree>
      <p:nvGrpSpPr>
        <p:cNvPr id="1" name="Shape 9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0" name="Google Shape;9430;p41"/>
          <p:cNvSpPr txBox="1">
            <a:spLocks noGrp="1"/>
          </p:cNvSpPr>
          <p:nvPr>
            <p:ph type="body" idx="1"/>
          </p:nvPr>
        </p:nvSpPr>
        <p:spPr>
          <a:xfrm>
            <a:off x="2438550" y="1595750"/>
            <a:ext cx="4266900" cy="14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431" name="Google Shape;9431;p4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432" name="Google Shape;9432;p41"/>
          <p:cNvGrpSpPr/>
          <p:nvPr/>
        </p:nvGrpSpPr>
        <p:grpSpPr>
          <a:xfrm flipH="1">
            <a:off x="229866" y="3976383"/>
            <a:ext cx="1096772" cy="1164857"/>
            <a:chOff x="7230575" y="3501811"/>
            <a:chExt cx="1540410" cy="1636035"/>
          </a:xfrm>
        </p:grpSpPr>
        <p:grpSp>
          <p:nvGrpSpPr>
            <p:cNvPr id="9433" name="Google Shape;9433;p41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9434" name="Google Shape;9434;p41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5" name="Google Shape;9435;p41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6" name="Google Shape;9436;p41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7" name="Google Shape;9437;p41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8" name="Google Shape;9438;p41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9" name="Google Shape;9439;p41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0" name="Google Shape;9440;p41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1" name="Google Shape;9441;p41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2" name="Google Shape;9442;p41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3" name="Google Shape;9443;p41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4" name="Google Shape;9444;p41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5" name="Google Shape;9445;p41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6" name="Google Shape;9446;p41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7" name="Google Shape;9447;p41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8" name="Google Shape;9448;p41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9" name="Google Shape;9449;p41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0" name="Google Shape;9450;p41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1" name="Google Shape;9451;p41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2" name="Google Shape;9452;p41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3" name="Google Shape;9453;p41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4" name="Google Shape;9454;p41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5" name="Google Shape;9455;p41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6" name="Google Shape;9456;p41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7" name="Google Shape;9457;p41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8" name="Google Shape;9458;p41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9" name="Google Shape;9459;p41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0" name="Google Shape;9460;p41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1" name="Google Shape;9461;p41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2" name="Google Shape;9462;p41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3" name="Google Shape;9463;p41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4" name="Google Shape;9464;p41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5" name="Google Shape;9465;p41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6" name="Google Shape;9466;p41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7" name="Google Shape;9467;p41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8" name="Google Shape;9468;p41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9" name="Google Shape;9469;p41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0" name="Google Shape;9470;p41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1" name="Google Shape;9471;p41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72" name="Google Shape;9472;p41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3" name="Google Shape;9473;p41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4" name="Google Shape;9474;p41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5" name="Google Shape;9475;p41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41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41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8" name="Google Shape;9478;p41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79" name="Google Shape;9479;p41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9480" name="Google Shape;9480;p41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1" name="Google Shape;9481;p41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2" name="Google Shape;9482;p41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3" name="Google Shape;9483;p41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4" name="Google Shape;9484;p41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5" name="Google Shape;9485;p41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6" name="Google Shape;9486;p41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7" name="Google Shape;9487;p41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8" name="Google Shape;9488;p41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9" name="Google Shape;9489;p41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0" name="Google Shape;9490;p41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1" name="Google Shape;9491;p41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2" name="Google Shape;9492;p41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3" name="Google Shape;9493;p41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4" name="Google Shape;9494;p41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5" name="Google Shape;9495;p41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6" name="Google Shape;9496;p41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7" name="Google Shape;9497;p41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8" name="Google Shape;9498;p41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9" name="Google Shape;9499;p41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0" name="Google Shape;9500;p41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1" name="Google Shape;9501;p41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2" name="Google Shape;9502;p41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3" name="Google Shape;9503;p41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4" name="Google Shape;9504;p41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5" name="Google Shape;9505;p41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6" name="Google Shape;9506;p41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7" name="Google Shape;9507;p41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8" name="Google Shape;9508;p41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9" name="Google Shape;9509;p41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0" name="Google Shape;9510;p41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1" name="Google Shape;9511;p41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2" name="Google Shape;9512;p41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3" name="Google Shape;9513;p41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4" name="Google Shape;9514;p41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5" name="Google Shape;9515;p41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6" name="Google Shape;9516;p41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7" name="Google Shape;9517;p41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8" name="Google Shape;9518;p41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9" name="Google Shape;9519;p41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0" name="Google Shape;9520;p41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1" name="Google Shape;9521;p41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2" name="Google Shape;9522;p41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3" name="Google Shape;9523;p41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4" name="Google Shape;9524;p41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5" name="Google Shape;9525;p41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6" name="Google Shape;9526;p41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7" name="Google Shape;9527;p41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8" name="Google Shape;9528;p41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9" name="Google Shape;9529;p41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0" name="Google Shape;9530;p41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1" name="Google Shape;9531;p41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2" name="Google Shape;9532;p41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3" name="Google Shape;9533;p41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4" name="Google Shape;9534;p41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5" name="Google Shape;9535;p41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6" name="Google Shape;9536;p41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7" name="Google Shape;9537;p41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8" name="Google Shape;9538;p41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9" name="Google Shape;9539;p41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0" name="Google Shape;9540;p41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1" name="Google Shape;9541;p41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2" name="Google Shape;9542;p41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3" name="Google Shape;9543;p41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4" name="Google Shape;9544;p41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5" name="Google Shape;9545;p41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6" name="Google Shape;9546;p41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7" name="Google Shape;9547;p41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8" name="Google Shape;9548;p41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9" name="Google Shape;9549;p41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0" name="Google Shape;9550;p41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1" name="Google Shape;9551;p41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2" name="Google Shape;9552;p41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3" name="Google Shape;9553;p41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4" name="Google Shape;9554;p41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5" name="Google Shape;9555;p41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6" name="Google Shape;9556;p41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7" name="Google Shape;9557;p41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8" name="Google Shape;9558;p41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9" name="Google Shape;9559;p41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0" name="Google Shape;9560;p41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1" name="Google Shape;9561;p41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2" name="Google Shape;9562;p41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3" name="Google Shape;9563;p41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4" name="Google Shape;9564;p41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5" name="Google Shape;9565;p41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6" name="Google Shape;9566;p41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7" name="Google Shape;9567;p41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8" name="Google Shape;9568;p41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9" name="Google Shape;9569;p41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0" name="Google Shape;9570;p41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1" name="Google Shape;9571;p41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2" name="Google Shape;9572;p41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3" name="Google Shape;9573;p41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4" name="Google Shape;9574;p41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5" name="Google Shape;9575;p41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6" name="Google Shape;9576;p41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7" name="Google Shape;9577;p41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8" name="Google Shape;9578;p41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9" name="Google Shape;9579;p41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0" name="Google Shape;9580;p41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1" name="Google Shape;9581;p41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2" name="Google Shape;9582;p41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3" name="Google Shape;9583;p41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4" name="Google Shape;9584;p41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5" name="Google Shape;9585;p41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6" name="Google Shape;9586;p41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7" name="Google Shape;9587;p41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8" name="Google Shape;9588;p41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9" name="Google Shape;9589;p41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0" name="Google Shape;9590;p41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1" name="Google Shape;9591;p41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2" name="Google Shape;9592;p41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3" name="Google Shape;9593;p41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4" name="Google Shape;9594;p41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5" name="Google Shape;9595;p41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6" name="Google Shape;9596;p41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7" name="Google Shape;9597;p41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8" name="Google Shape;9598;p41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9" name="Google Shape;9599;p41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0" name="Google Shape;9600;p41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1" name="Google Shape;9601;p41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2" name="Google Shape;9602;p41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3" name="Google Shape;9603;p41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4" name="Google Shape;9604;p41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5" name="Google Shape;9605;p41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6" name="Google Shape;9606;p41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7" name="Google Shape;9607;p41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8" name="Google Shape;9608;p41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9" name="Google Shape;9609;p41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0" name="Google Shape;9610;p41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1" name="Google Shape;9611;p41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2" name="Google Shape;9612;p41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3" name="Google Shape;9613;p41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4" name="Google Shape;9614;p41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5" name="Google Shape;9615;p41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6" name="Google Shape;9616;p41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7" name="Google Shape;9617;p41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8" name="Google Shape;9618;p41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19" name="Google Shape;9619;p41"/>
          <p:cNvGrpSpPr/>
          <p:nvPr/>
        </p:nvGrpSpPr>
        <p:grpSpPr>
          <a:xfrm flipH="1">
            <a:off x="1435631" y="4467454"/>
            <a:ext cx="717183" cy="761705"/>
            <a:chOff x="6163859" y="4325295"/>
            <a:chExt cx="1007280" cy="1069810"/>
          </a:xfrm>
        </p:grpSpPr>
        <p:sp>
          <p:nvSpPr>
            <p:cNvPr id="9620" name="Google Shape;9620;p41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1" name="Google Shape;9621;p41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2" name="Google Shape;9622;p41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3" name="Google Shape;9623;p41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4" name="Google Shape;9624;p41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5" name="Google Shape;9625;p41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6" name="Google Shape;9626;p41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7" name="Google Shape;9627;p41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8" name="Google Shape;9628;p41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9" name="Google Shape;9629;p41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0" name="Google Shape;9630;p41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1" name="Google Shape;9631;p41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2" name="Google Shape;9632;p41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3" name="Google Shape;9633;p41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4" name="Google Shape;9634;p41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5" name="Google Shape;9635;p41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6" name="Google Shape;9636;p41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7" name="Google Shape;9637;p41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8" name="Google Shape;9638;p41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9" name="Google Shape;9639;p41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0" name="Google Shape;9640;p41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1" name="Google Shape;9641;p41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2" name="Google Shape;9642;p41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3" name="Google Shape;9643;p41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4" name="Google Shape;9644;p41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5" name="Google Shape;9645;p41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6" name="Google Shape;9646;p41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7" name="Google Shape;9647;p41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8" name="Google Shape;9648;p41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9" name="Google Shape;9649;p41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0" name="Google Shape;9650;p41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1" name="Google Shape;9651;p41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2" name="Google Shape;9652;p41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3" name="Google Shape;9653;p41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4" name="Google Shape;9654;p41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5" name="Google Shape;9655;p41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6" name="Google Shape;9656;p41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7" name="Google Shape;9657;p41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8" name="Google Shape;9658;p41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9" name="Google Shape;9659;p41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0" name="Google Shape;9660;p41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1" name="Google Shape;9661;p41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2" name="Google Shape;9662;p41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3" name="Google Shape;9663;p41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4" name="Google Shape;9664;p41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5" name="Google Shape;9665;p41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6" name="Google Shape;9666;p41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7" name="Google Shape;9667;p41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8" name="Google Shape;9668;p41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9" name="Google Shape;9669;p41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0" name="Google Shape;9670;p41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1" name="Google Shape;9671;p41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2" name="Google Shape;9672;p41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3" name="Google Shape;9673;p41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4" name="Google Shape;9674;p41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5" name="Google Shape;9675;p41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6" name="Google Shape;9676;p41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7" name="Google Shape;9677;p41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8" name="Google Shape;9678;p41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9" name="Google Shape;9679;p41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0" name="Google Shape;9680;p41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1" name="Google Shape;9681;p41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2" name="Google Shape;9682;p41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3" name="Google Shape;9683;p41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4" name="Google Shape;9684;p41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5" name="Google Shape;9685;p41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6" name="Google Shape;9686;p41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7" name="Google Shape;9687;p41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8" name="Google Shape;9688;p41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9" name="Google Shape;9689;p41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0" name="Google Shape;9690;p41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1" name="Google Shape;9691;p41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2" name="Google Shape;9692;p41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3" name="Google Shape;9693;p41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4" name="Google Shape;9694;p41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5" name="Google Shape;9695;p41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6" name="Google Shape;9696;p41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7" name="Google Shape;9697;p41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8" name="Google Shape;9698;p41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9" name="Google Shape;9699;p41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0" name="Google Shape;9700;p41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1" name="Google Shape;9701;p41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2" name="Google Shape;9702;p41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3" name="Google Shape;9703;p41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4" name="Google Shape;9704;p41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5" name="Google Shape;9705;p41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6" name="Google Shape;9706;p41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7" name="Google Shape;9707;p41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8" name="Google Shape;9708;p41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9" name="Google Shape;9709;p41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0" name="Google Shape;9710;p41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1" name="Google Shape;9711;p41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2" name="Google Shape;9712;p41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3" name="Google Shape;9713;p41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4" name="Google Shape;9714;p41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5" name="Google Shape;9715;p41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6" name="Google Shape;9716;p41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7" name="Google Shape;9717;p41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8" name="Google Shape;9718;p41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9" name="Google Shape;9719;p41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0" name="Google Shape;9720;p41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1" name="Google Shape;9721;p41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2" name="Google Shape;9722;p41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3" name="Google Shape;9723;p41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4" name="Google Shape;9724;p41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5" name="Google Shape;9725;p41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6" name="Google Shape;9726;p41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7" name="Google Shape;9727;p41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8" name="Google Shape;9728;p41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9" name="Google Shape;9729;p41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0" name="Google Shape;9730;p41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1" name="Google Shape;9731;p41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2" name="Google Shape;9732;p41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3" name="Google Shape;9733;p41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4" name="Google Shape;9734;p41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5" name="Google Shape;9735;p41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6" name="Google Shape;9736;p41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7" name="Google Shape;9737;p41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8" name="Google Shape;9738;p41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9" name="Google Shape;9739;p41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0" name="Google Shape;9740;p41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1" name="Google Shape;9741;p41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2" name="Google Shape;9742;p41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3" name="Google Shape;9743;p41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4" name="Google Shape;9744;p41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5" name="Google Shape;9745;p41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6" name="Google Shape;9746;p41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7" name="Google Shape;9747;p41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8" name="Google Shape;9748;p41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9" name="Google Shape;9749;p41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0" name="Google Shape;9750;p41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1" name="Google Shape;9751;p41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2" name="Google Shape;9752;p41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3" name="Google Shape;9753;p41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4" name="Google Shape;9754;p41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5" name="Google Shape;9755;p41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6" name="Google Shape;9756;p41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7" name="Google Shape;9757;p41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8" name="Google Shape;9758;p41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9" name="Google Shape;9759;p41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0" name="Google Shape;9760;p41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1" name="Google Shape;9761;p41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2" name="Google Shape;9762;p41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3" name="Google Shape;9763;p41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4" name="Google Shape;9764;p41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5" name="Google Shape;9765;p41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6" name="Google Shape;9766;p41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7" name="Google Shape;9767;p41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8" name="Google Shape;9768;p41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9" name="Google Shape;9769;p41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0" name="Google Shape;9770;p41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1" name="Google Shape;9771;p41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2" name="Google Shape;9772;p41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3" name="Google Shape;9773;p41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4" name="Google Shape;9774;p41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5" name="Google Shape;9775;p41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6" name="Google Shape;9776;p41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7" name="Google Shape;9777;p41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8" name="Google Shape;9778;p41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9" name="Google Shape;9779;p41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0" name="Google Shape;9780;p41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1" name="Google Shape;9781;p41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2" name="Google Shape;9782;p41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3" name="Google Shape;9783;p41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4" name="Google Shape;9784;p41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5" name="Google Shape;9785;p41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6" name="Google Shape;9786;p41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7" name="Google Shape;9787;p41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8" name="Google Shape;9788;p41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9" name="Google Shape;9789;p41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0" name="Google Shape;9790;p41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1" name="Google Shape;9791;p41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2" name="Google Shape;9792;p41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3" name="Google Shape;9793;p41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4" name="Google Shape;9794;p41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5" name="Google Shape;9795;p41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6" name="Google Shape;9796;p41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7" name="Google Shape;9797;p41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8" name="Google Shape;9798;p41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9" name="Google Shape;9799;p41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0" name="Google Shape;9800;p41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1" name="Google Shape;9801;p41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2" name="Google Shape;9802;p41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3" name="Google Shape;9803;p41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8" r:id="rId3"/>
    <p:sldLayoutId id="2147483659" r:id="rId4"/>
    <p:sldLayoutId id="2147483660" r:id="rId5"/>
    <p:sldLayoutId id="2147483673" r:id="rId6"/>
    <p:sldLayoutId id="2147483674" r:id="rId7"/>
    <p:sldLayoutId id="2147483675" r:id="rId8"/>
    <p:sldLayoutId id="214748368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3" name="Google Shape;10033;p50"/>
          <p:cNvSpPr txBox="1">
            <a:spLocks noGrp="1"/>
          </p:cNvSpPr>
          <p:nvPr>
            <p:ph type="ctrTitle"/>
          </p:nvPr>
        </p:nvSpPr>
        <p:spPr>
          <a:xfrm>
            <a:off x="1589700" y="2131704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SNAKE GAME</a:t>
            </a:r>
            <a:endParaRPr dirty="0"/>
          </a:p>
        </p:txBody>
      </p:sp>
      <p:sp>
        <p:nvSpPr>
          <p:cNvPr id="10034" name="Google Shape;10034;p50"/>
          <p:cNvSpPr txBox="1">
            <a:spLocks noGrp="1"/>
          </p:cNvSpPr>
          <p:nvPr>
            <p:ph type="subTitle" idx="1"/>
          </p:nvPr>
        </p:nvSpPr>
        <p:spPr>
          <a:xfrm>
            <a:off x="1753050" y="3844579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黃偉智 </a:t>
            </a:r>
            <a:r>
              <a:rPr lang="en-US" altLang="zh-CN" dirty="0"/>
              <a:t>– B11107035</a:t>
            </a:r>
            <a:endParaRPr dirty="0"/>
          </a:p>
        </p:txBody>
      </p:sp>
      <p:sp>
        <p:nvSpPr>
          <p:cNvPr id="88" name="Google Shape;10034;p50">
            <a:extLst>
              <a:ext uri="{FF2B5EF4-FFF2-40B4-BE49-F238E27FC236}">
                <a16:creationId xmlns:a16="http://schemas.microsoft.com/office/drawing/2014/main" id="{DEFB62BB-DA42-4C06-9802-9A48B2DCE7E4}"/>
              </a:ext>
            </a:extLst>
          </p:cNvPr>
          <p:cNvSpPr txBox="1">
            <a:spLocks/>
          </p:cNvSpPr>
          <p:nvPr/>
        </p:nvSpPr>
        <p:spPr>
          <a:xfrm>
            <a:off x="1819089" y="2591842"/>
            <a:ext cx="5637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dvent Pro Medium"/>
              <a:buNone/>
              <a:defRPr sz="28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en-US" sz="2000" dirty="0"/>
              <a:t>Python</a:t>
            </a:r>
            <a:r>
              <a:rPr lang="zh-CN" altLang="en-US" sz="2000" dirty="0"/>
              <a:t>程式設計 </a:t>
            </a:r>
            <a:r>
              <a:rPr lang="en-US" altLang="zh-CN" sz="2000" dirty="0"/>
              <a:t>– </a:t>
            </a:r>
            <a:r>
              <a:rPr lang="zh-CN" altLang="en-US" sz="2000" dirty="0"/>
              <a:t>期末程式專案</a:t>
            </a:r>
            <a:endParaRPr lang="id-ID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8B8EB0-1777-4051-BE3D-93663051C3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587" t="12931" r="51653" b="51303"/>
          <a:stretch/>
        </p:blipFill>
        <p:spPr>
          <a:xfrm>
            <a:off x="3780316" y="506321"/>
            <a:ext cx="1715445" cy="1839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0" name="Google Shape;10140;p52"/>
          <p:cNvSpPr txBox="1">
            <a:spLocks noGrp="1"/>
          </p:cNvSpPr>
          <p:nvPr>
            <p:ph type="title"/>
          </p:nvPr>
        </p:nvSpPr>
        <p:spPr>
          <a:xfrm>
            <a:off x="311700" y="35473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/>
              <a:t>動機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Motivation</a:t>
            </a:r>
            <a:endParaRPr sz="2800" dirty="0">
              <a:solidFill>
                <a:schemeClr val="bg1"/>
              </a:solidFill>
            </a:endParaRPr>
          </a:p>
        </p:txBody>
      </p:sp>
      <p:grpSp>
        <p:nvGrpSpPr>
          <p:cNvPr id="10141" name="Google Shape;10141;p52"/>
          <p:cNvGrpSpPr/>
          <p:nvPr/>
        </p:nvGrpSpPr>
        <p:grpSpPr>
          <a:xfrm rot="-5400000">
            <a:off x="2189479" y="460230"/>
            <a:ext cx="366251" cy="312894"/>
            <a:chOff x="2500050" y="3730175"/>
            <a:chExt cx="2619000" cy="1746025"/>
          </a:xfrm>
        </p:grpSpPr>
        <p:sp>
          <p:nvSpPr>
            <p:cNvPr id="10142" name="Google Shape;10142;p5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3" name="Google Shape;10143;p5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4" name="Google Shape;10144;p5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5" name="Google Shape;10145;p5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6" name="Google Shape;10146;p52"/>
          <p:cNvGrpSpPr/>
          <p:nvPr/>
        </p:nvGrpSpPr>
        <p:grpSpPr>
          <a:xfrm rot="5400000">
            <a:off x="6588269" y="460233"/>
            <a:ext cx="366252" cy="312889"/>
            <a:chOff x="2500050" y="3730175"/>
            <a:chExt cx="2619000" cy="1746025"/>
          </a:xfrm>
        </p:grpSpPr>
        <p:sp>
          <p:nvSpPr>
            <p:cNvPr id="10147" name="Google Shape;10147;p5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8" name="Google Shape;10148;p5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9" name="Google Shape;10149;p5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0" name="Google Shape;10150;p5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D519266-773E-4A84-A32D-4867D712FE00}"/>
              </a:ext>
            </a:extLst>
          </p:cNvPr>
          <p:cNvSpPr/>
          <p:nvPr/>
        </p:nvSpPr>
        <p:spPr>
          <a:xfrm>
            <a:off x="1005084" y="3582030"/>
            <a:ext cx="7073376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053461E-089F-48E3-B488-6E0E13EA0810}"/>
              </a:ext>
            </a:extLst>
          </p:cNvPr>
          <p:cNvSpPr/>
          <p:nvPr/>
        </p:nvSpPr>
        <p:spPr>
          <a:xfrm>
            <a:off x="1035312" y="2404394"/>
            <a:ext cx="7073376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" name="Google Shape;10123;p51">
            <a:extLst>
              <a:ext uri="{FF2B5EF4-FFF2-40B4-BE49-F238E27FC236}">
                <a16:creationId xmlns:a16="http://schemas.microsoft.com/office/drawing/2014/main" id="{9F99EE4B-A2B6-426E-80BF-64785106E430}"/>
              </a:ext>
            </a:extLst>
          </p:cNvPr>
          <p:cNvSpPr txBox="1">
            <a:spLocks/>
          </p:cNvSpPr>
          <p:nvPr/>
        </p:nvSpPr>
        <p:spPr>
          <a:xfrm>
            <a:off x="677400" y="1200817"/>
            <a:ext cx="7789200" cy="274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b="1" dirty="0"/>
              <a:t>對於期中項目，我製作了井字遊戲。 因為我真的很喜歡玩遊戲，所以我決定再次為這個期末項目做一個遊戲。 我想做一款更高級、更精彩的遊戲，所以我決定製作貪吃蛇遊戲。</a:t>
            </a:r>
            <a:endParaRPr lang="en-US" altLang="zh-TW" sz="20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endParaRPr lang="en-US" sz="20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bg1"/>
                </a:solidFill>
              </a:rPr>
              <a:t>For the midterm project, I made the Tic-Tac-Toe game. Because I really like playing games, I decided to once more make a game for this final project. I want to make a more advanced and exciting game, so I decided to make the Snake Game.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140;p52">
            <a:extLst>
              <a:ext uri="{FF2B5EF4-FFF2-40B4-BE49-F238E27FC236}">
                <a16:creationId xmlns:a16="http://schemas.microsoft.com/office/drawing/2014/main" id="{6A0A240F-6BDB-4664-B9A0-0F19C4E574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5473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/>
              <a:t>功能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Functions</a:t>
            </a:r>
            <a:endParaRPr sz="2800" dirty="0">
              <a:solidFill>
                <a:schemeClr val="bg1"/>
              </a:solidFill>
            </a:endParaRPr>
          </a:p>
        </p:txBody>
      </p:sp>
      <p:grpSp>
        <p:nvGrpSpPr>
          <p:cNvPr id="81" name="Google Shape;10141;p52">
            <a:extLst>
              <a:ext uri="{FF2B5EF4-FFF2-40B4-BE49-F238E27FC236}">
                <a16:creationId xmlns:a16="http://schemas.microsoft.com/office/drawing/2014/main" id="{B82A5AAD-F8BA-4B70-A814-F0B11FEF17D0}"/>
              </a:ext>
            </a:extLst>
          </p:cNvPr>
          <p:cNvGrpSpPr/>
          <p:nvPr/>
        </p:nvGrpSpPr>
        <p:grpSpPr>
          <a:xfrm rot="-5400000">
            <a:off x="2349499" y="460230"/>
            <a:ext cx="366251" cy="312894"/>
            <a:chOff x="2500050" y="3730175"/>
            <a:chExt cx="2619000" cy="1746025"/>
          </a:xfrm>
        </p:grpSpPr>
        <p:sp>
          <p:nvSpPr>
            <p:cNvPr id="82" name="Google Shape;10142;p52">
              <a:extLst>
                <a:ext uri="{FF2B5EF4-FFF2-40B4-BE49-F238E27FC236}">
                  <a16:creationId xmlns:a16="http://schemas.microsoft.com/office/drawing/2014/main" id="{54E065C4-B9E3-4B65-856E-0BA80E2926AE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0143;p52">
              <a:extLst>
                <a:ext uri="{FF2B5EF4-FFF2-40B4-BE49-F238E27FC236}">
                  <a16:creationId xmlns:a16="http://schemas.microsoft.com/office/drawing/2014/main" id="{59456756-8BC2-4D58-8FB8-694AB1B14034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0144;p52">
              <a:extLst>
                <a:ext uri="{FF2B5EF4-FFF2-40B4-BE49-F238E27FC236}">
                  <a16:creationId xmlns:a16="http://schemas.microsoft.com/office/drawing/2014/main" id="{FC842510-455A-4EE7-A3CA-00BE1E32FF73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0145;p52">
              <a:extLst>
                <a:ext uri="{FF2B5EF4-FFF2-40B4-BE49-F238E27FC236}">
                  <a16:creationId xmlns:a16="http://schemas.microsoft.com/office/drawing/2014/main" id="{464D5BF6-57FA-4794-BC91-1893E4389114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10146;p52">
            <a:extLst>
              <a:ext uri="{FF2B5EF4-FFF2-40B4-BE49-F238E27FC236}">
                <a16:creationId xmlns:a16="http://schemas.microsoft.com/office/drawing/2014/main" id="{519B614B-4AD2-471F-94F8-ABC2E9C5E155}"/>
              </a:ext>
            </a:extLst>
          </p:cNvPr>
          <p:cNvGrpSpPr/>
          <p:nvPr/>
        </p:nvGrpSpPr>
        <p:grpSpPr>
          <a:xfrm rot="5400000">
            <a:off x="6428249" y="460233"/>
            <a:ext cx="366252" cy="312889"/>
            <a:chOff x="2500050" y="3730175"/>
            <a:chExt cx="2619000" cy="1746025"/>
          </a:xfrm>
        </p:grpSpPr>
        <p:sp>
          <p:nvSpPr>
            <p:cNvPr id="87" name="Google Shape;10147;p52">
              <a:extLst>
                <a:ext uri="{FF2B5EF4-FFF2-40B4-BE49-F238E27FC236}">
                  <a16:creationId xmlns:a16="http://schemas.microsoft.com/office/drawing/2014/main" id="{2AB7BC0D-87F0-4D91-A729-73E070AFCA43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0148;p52">
              <a:extLst>
                <a:ext uri="{FF2B5EF4-FFF2-40B4-BE49-F238E27FC236}">
                  <a16:creationId xmlns:a16="http://schemas.microsoft.com/office/drawing/2014/main" id="{7DBED114-4731-43D4-9F82-48A2AE55FF64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0149;p52">
              <a:extLst>
                <a:ext uri="{FF2B5EF4-FFF2-40B4-BE49-F238E27FC236}">
                  <a16:creationId xmlns:a16="http://schemas.microsoft.com/office/drawing/2014/main" id="{A748B9D3-3901-47A0-AFA2-3107D2DBAB26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0150;p52">
              <a:extLst>
                <a:ext uri="{FF2B5EF4-FFF2-40B4-BE49-F238E27FC236}">
                  <a16:creationId xmlns:a16="http://schemas.microsoft.com/office/drawing/2014/main" id="{77B08870-4CBD-4411-AFAA-B9303641A446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D8E24BBF-3A1C-4B0C-88B1-52DBE6325D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01" r="24083" b="5334"/>
          <a:stretch/>
        </p:blipFill>
        <p:spPr>
          <a:xfrm>
            <a:off x="5516880" y="1372502"/>
            <a:ext cx="3253879" cy="3337446"/>
          </a:xfrm>
          <a:prstGeom prst="rect">
            <a:avLst/>
          </a:prstGeom>
        </p:spPr>
      </p:pic>
      <p:sp>
        <p:nvSpPr>
          <p:cNvPr id="99" name="Google Shape;10123;p51">
            <a:extLst>
              <a:ext uri="{FF2B5EF4-FFF2-40B4-BE49-F238E27FC236}">
                <a16:creationId xmlns:a16="http://schemas.microsoft.com/office/drawing/2014/main" id="{1A5440DA-A625-4796-A21A-6C5945CD2916}"/>
              </a:ext>
            </a:extLst>
          </p:cNvPr>
          <p:cNvSpPr txBox="1">
            <a:spLocks/>
          </p:cNvSpPr>
          <p:nvPr/>
        </p:nvSpPr>
        <p:spPr>
          <a:xfrm>
            <a:off x="662940" y="1422504"/>
            <a:ext cx="4407922" cy="3237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1800" b="1" dirty="0"/>
              <a:t>使用箭頭鍵（上、右、下、左）移動蛇。</a:t>
            </a:r>
            <a:endParaRPr lang="en-US" altLang="zh-TW" sz="18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1800" b="1" dirty="0"/>
              <a:t>當蛇的頭碰到水果時，蛇會變長，我們得到一個分數。</a:t>
            </a:r>
            <a:endParaRPr lang="en-US" altLang="zh-TW" sz="18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1800" b="1" dirty="0"/>
              <a:t>每次被吃掉時，水果都會隨機生成。</a:t>
            </a:r>
            <a:endParaRPr lang="en-US" altLang="zh-TW" sz="18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bg1"/>
                </a:solidFill>
              </a:rPr>
              <a:t>Use the arrow keys (up, right, down, left) to move the snake.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bg1"/>
                </a:solidFill>
              </a:rPr>
              <a:t>When the head of the snake touches the fruit, the snake will become longer and we get a score.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bg1"/>
                </a:solidFill>
              </a:rPr>
              <a:t>The fruit will spawn randomly each time it gets eaten.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B9C3A8D-7F32-4159-AC4F-18BD89CA90B2}"/>
              </a:ext>
            </a:extLst>
          </p:cNvPr>
          <p:cNvSpPr/>
          <p:nvPr/>
        </p:nvSpPr>
        <p:spPr>
          <a:xfrm>
            <a:off x="53340" y="3383281"/>
            <a:ext cx="2316480" cy="1760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8" name="Google Shape;10140;p52">
            <a:extLst>
              <a:ext uri="{FF2B5EF4-FFF2-40B4-BE49-F238E27FC236}">
                <a16:creationId xmlns:a16="http://schemas.microsoft.com/office/drawing/2014/main" id="{7AD10B1E-E730-4192-A240-1B4AA731FE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5473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/>
              <a:t>程式說明 </a:t>
            </a:r>
            <a:r>
              <a:rPr lang="en-US" altLang="zh-CN" sz="2800" dirty="0">
                <a:solidFill>
                  <a:schemeClr val="bg1"/>
                </a:solidFill>
              </a:rPr>
              <a:t>Program Description</a:t>
            </a:r>
            <a:endParaRPr sz="2800" dirty="0">
              <a:solidFill>
                <a:schemeClr val="bg1"/>
              </a:solidFill>
            </a:endParaRPr>
          </a:p>
        </p:txBody>
      </p:sp>
      <p:grpSp>
        <p:nvGrpSpPr>
          <p:cNvPr id="89" name="Google Shape;10141;p52">
            <a:extLst>
              <a:ext uri="{FF2B5EF4-FFF2-40B4-BE49-F238E27FC236}">
                <a16:creationId xmlns:a16="http://schemas.microsoft.com/office/drawing/2014/main" id="{DF452CC4-CCE9-493D-8EEC-17E50766ABF8}"/>
              </a:ext>
            </a:extLst>
          </p:cNvPr>
          <p:cNvGrpSpPr/>
          <p:nvPr/>
        </p:nvGrpSpPr>
        <p:grpSpPr>
          <a:xfrm rot="-5400000">
            <a:off x="886458" y="460230"/>
            <a:ext cx="366251" cy="312894"/>
            <a:chOff x="2500050" y="3730175"/>
            <a:chExt cx="2619000" cy="1746025"/>
          </a:xfrm>
        </p:grpSpPr>
        <p:sp>
          <p:nvSpPr>
            <p:cNvPr id="90" name="Google Shape;10142;p52">
              <a:extLst>
                <a:ext uri="{FF2B5EF4-FFF2-40B4-BE49-F238E27FC236}">
                  <a16:creationId xmlns:a16="http://schemas.microsoft.com/office/drawing/2014/main" id="{4954C910-A1B5-4465-833B-E6F57A00A54F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0143;p52">
              <a:extLst>
                <a:ext uri="{FF2B5EF4-FFF2-40B4-BE49-F238E27FC236}">
                  <a16:creationId xmlns:a16="http://schemas.microsoft.com/office/drawing/2014/main" id="{64CF08B9-1BC0-499D-8873-B3DBD734CDE4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0144;p52">
              <a:extLst>
                <a:ext uri="{FF2B5EF4-FFF2-40B4-BE49-F238E27FC236}">
                  <a16:creationId xmlns:a16="http://schemas.microsoft.com/office/drawing/2014/main" id="{17BD712E-C564-4499-9E0B-90FE5FE7BB9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0145;p52">
              <a:extLst>
                <a:ext uri="{FF2B5EF4-FFF2-40B4-BE49-F238E27FC236}">
                  <a16:creationId xmlns:a16="http://schemas.microsoft.com/office/drawing/2014/main" id="{87DC2AB3-37CB-498E-A455-A7E65AC89DE8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10146;p52">
            <a:extLst>
              <a:ext uri="{FF2B5EF4-FFF2-40B4-BE49-F238E27FC236}">
                <a16:creationId xmlns:a16="http://schemas.microsoft.com/office/drawing/2014/main" id="{3EE652B3-24C3-4701-A1FB-0F9078CC9926}"/>
              </a:ext>
            </a:extLst>
          </p:cNvPr>
          <p:cNvGrpSpPr/>
          <p:nvPr/>
        </p:nvGrpSpPr>
        <p:grpSpPr>
          <a:xfrm rot="5400000">
            <a:off x="7891302" y="429128"/>
            <a:ext cx="366252" cy="312889"/>
            <a:chOff x="2500050" y="3730175"/>
            <a:chExt cx="2619000" cy="1746025"/>
          </a:xfrm>
        </p:grpSpPr>
        <p:sp>
          <p:nvSpPr>
            <p:cNvPr id="95" name="Google Shape;10147;p52">
              <a:extLst>
                <a:ext uri="{FF2B5EF4-FFF2-40B4-BE49-F238E27FC236}">
                  <a16:creationId xmlns:a16="http://schemas.microsoft.com/office/drawing/2014/main" id="{ACBEA3A1-8C3F-4DE2-A3B7-4E5AF28069EA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0148;p52">
              <a:extLst>
                <a:ext uri="{FF2B5EF4-FFF2-40B4-BE49-F238E27FC236}">
                  <a16:creationId xmlns:a16="http://schemas.microsoft.com/office/drawing/2014/main" id="{F29A3231-207A-43DD-A487-1F0F44656051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0149;p52">
              <a:extLst>
                <a:ext uri="{FF2B5EF4-FFF2-40B4-BE49-F238E27FC236}">
                  <a16:creationId xmlns:a16="http://schemas.microsoft.com/office/drawing/2014/main" id="{217C80C4-AE4A-4F41-85B3-31F67BE7D363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0150;p52">
              <a:extLst>
                <a:ext uri="{FF2B5EF4-FFF2-40B4-BE49-F238E27FC236}">
                  <a16:creationId xmlns:a16="http://schemas.microsoft.com/office/drawing/2014/main" id="{7BAB510E-CAA0-4FDB-9C9B-B95A4F906FA9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46F20E9-C772-44C9-9CD4-D3B8A63CA1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98"/>
          <a:stretch/>
        </p:blipFill>
        <p:spPr>
          <a:xfrm>
            <a:off x="5284035" y="975147"/>
            <a:ext cx="2918721" cy="16835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06D7C7-76B5-47FA-A9F9-092E50E9F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035" y="2790277"/>
            <a:ext cx="2939577" cy="2197309"/>
          </a:xfrm>
          <a:prstGeom prst="rect">
            <a:avLst/>
          </a:prstGeom>
        </p:spPr>
      </p:pic>
      <p:sp>
        <p:nvSpPr>
          <p:cNvPr id="103" name="Google Shape;10123;p51">
            <a:extLst>
              <a:ext uri="{FF2B5EF4-FFF2-40B4-BE49-F238E27FC236}">
                <a16:creationId xmlns:a16="http://schemas.microsoft.com/office/drawing/2014/main" id="{2735B729-5355-495E-A6B9-AA29E749B4D7}"/>
              </a:ext>
            </a:extLst>
          </p:cNvPr>
          <p:cNvSpPr txBox="1">
            <a:spLocks/>
          </p:cNvSpPr>
          <p:nvPr/>
        </p:nvSpPr>
        <p:spPr>
          <a:xfrm>
            <a:off x="457828" y="1018677"/>
            <a:ext cx="4515560" cy="377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</a:pPr>
            <a:r>
              <a:rPr lang="zh-TW" altLang="en-US" b="1" dirty="0"/>
              <a:t>這個程序使用 </a:t>
            </a:r>
            <a:r>
              <a:rPr lang="en-US" altLang="zh-TW" b="1" dirty="0" err="1"/>
              <a:t>Pygame</a:t>
            </a:r>
            <a:r>
              <a:rPr lang="en-US" altLang="zh-TW" b="1" dirty="0"/>
              <a:t> </a:t>
            </a:r>
            <a:r>
              <a:rPr lang="zh-TW" altLang="en-US" b="1" dirty="0"/>
              <a:t>模塊。</a:t>
            </a:r>
            <a:endParaRPr lang="en-US" altLang="zh-TW" b="1" dirty="0"/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altLang="zh-TW" b="1" dirty="0">
                <a:solidFill>
                  <a:srgbClr val="FFFF00"/>
                </a:solidFill>
              </a:rPr>
              <a:t>Fruit</a:t>
            </a:r>
            <a:r>
              <a:rPr lang="zh-TW" altLang="en-US" b="1" dirty="0"/>
              <a:t> </a:t>
            </a:r>
            <a:r>
              <a:rPr lang="en-US" altLang="zh-CN" b="1" dirty="0"/>
              <a:t>class</a:t>
            </a:r>
            <a:r>
              <a:rPr lang="zh-TW" altLang="en-US" b="1" dirty="0"/>
              <a:t>：產生水果並隨機化水果的位置。</a:t>
            </a:r>
            <a:endParaRPr lang="en-US" altLang="zh-TW" b="1" dirty="0"/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altLang="zh-TW" b="1" dirty="0">
                <a:solidFill>
                  <a:srgbClr val="FFFF00"/>
                </a:solidFill>
              </a:rPr>
              <a:t>Snake</a:t>
            </a:r>
            <a:r>
              <a:rPr lang="zh-TW" altLang="en-US" b="1" dirty="0"/>
              <a:t> </a:t>
            </a:r>
            <a:r>
              <a:rPr lang="en-US" altLang="zh-TW" b="1" dirty="0"/>
              <a:t>class</a:t>
            </a:r>
            <a:r>
              <a:rPr lang="zh-TW" altLang="en-US" b="1" dirty="0"/>
              <a:t>：控制蛇的運動和圖形。</a:t>
            </a:r>
            <a:endParaRPr lang="en-US" altLang="zh-TW" b="1" dirty="0"/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altLang="zh-TW" b="1" dirty="0">
                <a:solidFill>
                  <a:srgbClr val="FFFF00"/>
                </a:solidFill>
              </a:rPr>
              <a:t>Main</a:t>
            </a:r>
            <a:r>
              <a:rPr lang="zh-TW" altLang="en-US" b="1" dirty="0"/>
              <a:t> </a:t>
            </a:r>
            <a:r>
              <a:rPr lang="en-US" altLang="zh-TW" b="1" dirty="0"/>
              <a:t>class</a:t>
            </a:r>
            <a:r>
              <a:rPr lang="zh-TW" altLang="en-US" b="1" dirty="0"/>
              <a:t>：控制整個遊戲的程序。</a:t>
            </a:r>
            <a:endParaRPr lang="en-US" altLang="zh-TW" b="1" dirty="0"/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zh-TW" altLang="en-US" b="1" dirty="0"/>
              <a:t>為了讓遊戲更好玩，創建 </a:t>
            </a:r>
            <a:r>
              <a:rPr lang="en-US" altLang="zh-TW" b="1" dirty="0"/>
              <a:t>‘game’ </a:t>
            </a:r>
            <a:r>
              <a:rPr lang="zh-TW" altLang="en-US" b="1" dirty="0"/>
              <a:t>對象並在 </a:t>
            </a:r>
            <a:r>
              <a:rPr lang="en-US" altLang="zh-TW" b="1" dirty="0"/>
              <a:t>while </a:t>
            </a:r>
            <a:r>
              <a:rPr lang="zh-TW" altLang="en-US" b="1" dirty="0"/>
              <a:t>循環中運行它以獲取用戶輸入並根據輸入更新 </a:t>
            </a:r>
            <a:r>
              <a:rPr lang="en-US" altLang="zh-TW" b="1" dirty="0"/>
              <a:t>‘game’ </a:t>
            </a:r>
            <a:r>
              <a:rPr lang="zh-TW" altLang="en-US" b="1" dirty="0"/>
              <a:t>對象。</a:t>
            </a:r>
            <a:endParaRPr lang="en-US" altLang="zh-TW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endParaRPr lang="en-US" b="1" dirty="0"/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b="1" dirty="0">
                <a:solidFill>
                  <a:schemeClr val="bg1"/>
                </a:solidFill>
              </a:rPr>
              <a:t>This program uses </a:t>
            </a:r>
            <a:r>
              <a:rPr lang="en-US" b="1" dirty="0" err="1">
                <a:solidFill>
                  <a:schemeClr val="bg1"/>
                </a:solidFill>
              </a:rPr>
              <a:t>Pygame</a:t>
            </a:r>
            <a:r>
              <a:rPr lang="en-US" b="1" dirty="0">
                <a:solidFill>
                  <a:schemeClr val="bg1"/>
                </a:solidFill>
              </a:rPr>
              <a:t> module.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b="1" dirty="0">
                <a:solidFill>
                  <a:srgbClr val="00B0F0"/>
                </a:solidFill>
              </a:rPr>
              <a:t>Fruit</a:t>
            </a:r>
            <a:r>
              <a:rPr lang="en-US" b="1" dirty="0">
                <a:solidFill>
                  <a:schemeClr val="bg1"/>
                </a:solidFill>
              </a:rPr>
              <a:t> class: spawn and randomize position of fruit.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b="1" dirty="0">
                <a:solidFill>
                  <a:srgbClr val="00B0F0"/>
                </a:solidFill>
              </a:rPr>
              <a:t>Snake</a:t>
            </a:r>
            <a:r>
              <a:rPr lang="en-US" b="1" dirty="0">
                <a:solidFill>
                  <a:schemeClr val="bg1"/>
                </a:solidFill>
              </a:rPr>
              <a:t> class: control snake movement and graphics.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b="1" dirty="0">
                <a:solidFill>
                  <a:srgbClr val="00B0F0"/>
                </a:solidFill>
              </a:rPr>
              <a:t>Main</a:t>
            </a:r>
            <a:r>
              <a:rPr lang="en-US" b="1" dirty="0">
                <a:solidFill>
                  <a:schemeClr val="bg1"/>
                </a:solidFill>
              </a:rPr>
              <a:t> class: programs that control the overall game.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b="1" dirty="0">
                <a:solidFill>
                  <a:schemeClr val="bg1"/>
                </a:solidFill>
              </a:rPr>
              <a:t>To make the game playable, first create the 'game' object and run it on a while loop to get user input and update the 'game' object based on the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140;p52">
            <a:extLst>
              <a:ext uri="{FF2B5EF4-FFF2-40B4-BE49-F238E27FC236}">
                <a16:creationId xmlns:a16="http://schemas.microsoft.com/office/drawing/2014/main" id="{85C5D7BD-9D5B-4C2D-B6B6-093310150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5473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/>
              <a:t>結果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Results</a:t>
            </a:r>
            <a:endParaRPr sz="2800" dirty="0">
              <a:solidFill>
                <a:schemeClr val="bg1"/>
              </a:solidFill>
            </a:endParaRPr>
          </a:p>
        </p:txBody>
      </p:sp>
      <p:grpSp>
        <p:nvGrpSpPr>
          <p:cNvPr id="31" name="Google Shape;10141;p52">
            <a:extLst>
              <a:ext uri="{FF2B5EF4-FFF2-40B4-BE49-F238E27FC236}">
                <a16:creationId xmlns:a16="http://schemas.microsoft.com/office/drawing/2014/main" id="{B358B360-BCD5-48AA-9143-6539F0D7E9A1}"/>
              </a:ext>
            </a:extLst>
          </p:cNvPr>
          <p:cNvGrpSpPr/>
          <p:nvPr/>
        </p:nvGrpSpPr>
        <p:grpSpPr>
          <a:xfrm rot="-5400000">
            <a:off x="2349499" y="460230"/>
            <a:ext cx="366251" cy="312894"/>
            <a:chOff x="2500050" y="3730175"/>
            <a:chExt cx="2619000" cy="1746025"/>
          </a:xfrm>
        </p:grpSpPr>
        <p:sp>
          <p:nvSpPr>
            <p:cNvPr id="32" name="Google Shape;10142;p52">
              <a:extLst>
                <a:ext uri="{FF2B5EF4-FFF2-40B4-BE49-F238E27FC236}">
                  <a16:creationId xmlns:a16="http://schemas.microsoft.com/office/drawing/2014/main" id="{FD9EAF1B-721A-42C2-A2CE-F2B89D757FFC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143;p52">
              <a:extLst>
                <a:ext uri="{FF2B5EF4-FFF2-40B4-BE49-F238E27FC236}">
                  <a16:creationId xmlns:a16="http://schemas.microsoft.com/office/drawing/2014/main" id="{CFAEF0D2-9C92-4842-B5C8-E0F410E8A322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144;p52">
              <a:extLst>
                <a:ext uri="{FF2B5EF4-FFF2-40B4-BE49-F238E27FC236}">
                  <a16:creationId xmlns:a16="http://schemas.microsoft.com/office/drawing/2014/main" id="{22288EB8-1FBC-47E3-9DB1-ACD786EFD603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145;p52">
              <a:extLst>
                <a:ext uri="{FF2B5EF4-FFF2-40B4-BE49-F238E27FC236}">
                  <a16:creationId xmlns:a16="http://schemas.microsoft.com/office/drawing/2014/main" id="{EE21E97C-C7CC-43E2-94F2-38508C0BA23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10146;p52">
            <a:extLst>
              <a:ext uri="{FF2B5EF4-FFF2-40B4-BE49-F238E27FC236}">
                <a16:creationId xmlns:a16="http://schemas.microsoft.com/office/drawing/2014/main" id="{7AF56516-D224-48B9-88D8-0BD2D6DFD0E6}"/>
              </a:ext>
            </a:extLst>
          </p:cNvPr>
          <p:cNvGrpSpPr/>
          <p:nvPr/>
        </p:nvGrpSpPr>
        <p:grpSpPr>
          <a:xfrm rot="5400000">
            <a:off x="6428249" y="460233"/>
            <a:ext cx="366252" cy="312889"/>
            <a:chOff x="2500050" y="3730175"/>
            <a:chExt cx="2619000" cy="1746025"/>
          </a:xfrm>
        </p:grpSpPr>
        <p:sp>
          <p:nvSpPr>
            <p:cNvPr id="37" name="Google Shape;10147;p52">
              <a:extLst>
                <a:ext uri="{FF2B5EF4-FFF2-40B4-BE49-F238E27FC236}">
                  <a16:creationId xmlns:a16="http://schemas.microsoft.com/office/drawing/2014/main" id="{657D9402-BE8D-4A53-95A0-572F90A96B9D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148;p52">
              <a:extLst>
                <a:ext uri="{FF2B5EF4-FFF2-40B4-BE49-F238E27FC236}">
                  <a16:creationId xmlns:a16="http://schemas.microsoft.com/office/drawing/2014/main" id="{0C98E55E-AD8B-410D-9BFE-E2DC1F95F6CD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149;p52">
              <a:extLst>
                <a:ext uri="{FF2B5EF4-FFF2-40B4-BE49-F238E27FC236}">
                  <a16:creationId xmlns:a16="http://schemas.microsoft.com/office/drawing/2014/main" id="{204807A8-016C-46CD-9A45-BD0E53D29DA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150;p52">
              <a:extLst>
                <a:ext uri="{FF2B5EF4-FFF2-40B4-BE49-F238E27FC236}">
                  <a16:creationId xmlns:a16="http://schemas.microsoft.com/office/drawing/2014/main" id="{D3524BD5-733B-47F1-8856-1F920403FB4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10123;p51">
            <a:extLst>
              <a:ext uri="{FF2B5EF4-FFF2-40B4-BE49-F238E27FC236}">
                <a16:creationId xmlns:a16="http://schemas.microsoft.com/office/drawing/2014/main" id="{37245636-8884-4C63-BA9D-DF5FEB19DBE7}"/>
              </a:ext>
            </a:extLst>
          </p:cNvPr>
          <p:cNvSpPr txBox="1">
            <a:spLocks/>
          </p:cNvSpPr>
          <p:nvPr/>
        </p:nvSpPr>
        <p:spPr>
          <a:xfrm>
            <a:off x="3583856" y="1211839"/>
            <a:ext cx="4972522" cy="3587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800" b="1" dirty="0"/>
              <a:t>程式</a:t>
            </a:r>
            <a:r>
              <a:rPr lang="zh-TW" altLang="en-US" sz="1800" b="1" dirty="0"/>
              <a:t>啟動時會彈出另一個窗口，就是遊戲本身。</a:t>
            </a:r>
            <a:endParaRPr lang="en-US" altLang="zh-TW" sz="18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1800" b="1" dirty="0"/>
              <a:t>我們可以朝任何方向走。</a:t>
            </a:r>
            <a:endParaRPr lang="en-US" altLang="zh-TW" sz="18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1800" b="1" dirty="0"/>
              <a:t>這個遊戲的目標是通過吃盡可能多的水果來獲得最高分。</a:t>
            </a:r>
            <a:endParaRPr lang="en-US" altLang="zh-TW" sz="18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1800" b="1" dirty="0"/>
              <a:t>當蛇撞到自己或撞到牆上時，遊戲就結束了。</a:t>
            </a:r>
            <a:endParaRPr lang="en-US" altLang="zh-TW" sz="1800" b="1" dirty="0"/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endParaRPr lang="en-US" sz="1800" b="1" dirty="0"/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bg1"/>
                </a:solidFill>
              </a:rPr>
              <a:t>When the program starts, another window will pop-up, which is the game itself.</a:t>
            </a:r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bg1"/>
                </a:solidFill>
              </a:rPr>
              <a:t>We can go around in whichever direction we want.</a:t>
            </a:r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bg1"/>
                </a:solidFill>
              </a:rPr>
              <a:t>The goal of this game is to get the highest score by eating as much fruit as possible.</a:t>
            </a:r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bg1"/>
                </a:solidFill>
              </a:rPr>
              <a:t>The game ends when the snake hits itself or hits a wall.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5F2A2B8-F441-45E9-9A01-5483374CFC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19" r="23820" b="5689"/>
          <a:stretch/>
        </p:blipFill>
        <p:spPr>
          <a:xfrm>
            <a:off x="372660" y="1508194"/>
            <a:ext cx="2919180" cy="29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4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8" name="Google Shape;11348;p70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 Video Games Newslet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D966"/>
      </a:accent1>
      <a:accent2>
        <a:srgbClr val="C9741B"/>
      </a:accent2>
      <a:accent3>
        <a:srgbClr val="F1C232"/>
      </a:accent3>
      <a:accent4>
        <a:srgbClr val="FFE599"/>
      </a:accent4>
      <a:accent5>
        <a:srgbClr val="BF9000"/>
      </a:accent5>
      <a:accent6>
        <a:srgbClr val="1C4587"/>
      </a:accent6>
      <a:hlink>
        <a:srgbClr val="FFD9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575</Words>
  <Application>Microsoft Office PowerPoint</Application>
  <PresentationFormat>On-screen Show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Orbitron ExtraBold</vt:lpstr>
      <vt:lpstr>Advent Pro Medium</vt:lpstr>
      <vt:lpstr>Retro Video Games Newsletter XL by Slidesgo</vt:lpstr>
      <vt:lpstr>SNAKE GAME</vt:lpstr>
      <vt:lpstr>動機 Motivation</vt:lpstr>
      <vt:lpstr>功能 Functions</vt:lpstr>
      <vt:lpstr>程式說明 Program Description</vt:lpstr>
      <vt:lpstr>結果 Results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 GAME</dc:title>
  <cp:lastModifiedBy>Ivanno Winoto</cp:lastModifiedBy>
  <cp:revision>6</cp:revision>
  <dcterms:modified xsi:type="dcterms:W3CDTF">2023-06-12T03:09:29Z</dcterms:modified>
</cp:coreProperties>
</file>